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6" r:id="rId9"/>
    <p:sldId id="277" r:id="rId10"/>
    <p:sldId id="278" r:id="rId11"/>
    <p:sldId id="279" r:id="rId12"/>
    <p:sldId id="275" r:id="rId13"/>
  </p:sldIdLst>
  <p:sldSz cx="9144000" cy="5143500" type="screen16x9"/>
  <p:notesSz cx="6858000" cy="9144000"/>
  <p:embeddedFontLst>
    <p:embeddedFont>
      <p:font typeface="Arimo" panose="020B0604020202020204" charset="0"/>
      <p:regular r:id="rId15"/>
      <p:bold r:id="rId16"/>
      <p:italic r:id="rId17"/>
      <p:boldItalic r:id="rId18"/>
    </p:embeddedFont>
    <p:embeddedFont>
      <p:font typeface="Bodoni MT Black" panose="02070A03080606020203" pitchFamily="18" charset="0"/>
      <p:bold r:id="rId19"/>
      <p:boldItalic r:id="rId20"/>
    </p:embeddedFont>
    <p:embeddedFont>
      <p:font typeface="DM Serif Text" pitchFamily="2" charset="0"/>
      <p:regular r:id="rId21"/>
      <p: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536"/>
    <a:srgbClr val="E4E4E4"/>
    <a:srgbClr val="FFFFFF"/>
    <a:srgbClr val="00B050"/>
    <a:srgbClr val="FFC000"/>
    <a:srgbClr val="C00000"/>
    <a:srgbClr val="E2E2E2"/>
    <a:srgbClr val="E3E3E3"/>
    <a:srgbClr val="EBEBEB"/>
    <a:srgbClr val="092F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CE191-B0CC-4F97-851C-85E80CA7E5EA}" v="368" dt="2026-02-15T14:06:27.242"/>
    <p1510:client id="{9F5F1F01-E0D0-4DB9-9D60-AFD8F1D07B2E}" v="106" dt="2026-02-16T11:22:16.601"/>
  </p1510:revLst>
</p1510:revInfo>
</file>

<file path=ppt/tableStyles.xml><?xml version="1.0" encoding="utf-8"?>
<a:tblStyleLst xmlns:a="http://schemas.openxmlformats.org/drawingml/2006/main" def="{B0D0E649-1543-4FAE-80D8-371C68A8E8AA}">
  <a:tblStyle styleId="{B0D0E649-1543-4FAE-80D8-371C68A8E8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98BFCB-C213-478A-9809-9D649006CEB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>
        <p:scale>
          <a:sx n="100" d="100"/>
          <a:sy n="100" d="100"/>
        </p:scale>
        <p:origin x="20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dhi2721@outlook.com" userId="ae6818def4d35aa2" providerId="LiveId" clId="{CFB00AFA-2921-4853-BC51-A865647449C4}"/>
    <pc:docChg chg="undo custSel addSld modSld">
      <pc:chgData name="riddhi2721@outlook.com" userId="ae6818def4d35aa2" providerId="LiveId" clId="{CFB00AFA-2921-4853-BC51-A865647449C4}" dt="2026-02-16T11:22:16.601" v="953"/>
      <pc:docMkLst>
        <pc:docMk/>
      </pc:docMkLst>
      <pc:sldChg chg="modSp mod">
        <pc:chgData name="riddhi2721@outlook.com" userId="ae6818def4d35aa2" providerId="LiveId" clId="{CFB00AFA-2921-4853-BC51-A865647449C4}" dt="2026-02-15T16:12:34.694" v="740" actId="14100"/>
        <pc:sldMkLst>
          <pc:docMk/>
          <pc:sldMk cId="0" sldId="258"/>
        </pc:sldMkLst>
        <pc:spChg chg="mod">
          <ac:chgData name="riddhi2721@outlook.com" userId="ae6818def4d35aa2" providerId="LiveId" clId="{CFB00AFA-2921-4853-BC51-A865647449C4}" dt="2026-02-15T14:24:02.456" v="12" actId="14100"/>
          <ac:spMkLst>
            <pc:docMk/>
            <pc:sldMk cId="0" sldId="258"/>
            <ac:spMk id="55" creationId="{9614B9B4-7067-E6CB-2F80-58CC7F9046C7}"/>
          </ac:spMkLst>
        </pc:spChg>
        <pc:picChg chg="mod modCrop">
          <ac:chgData name="riddhi2721@outlook.com" userId="ae6818def4d35aa2" providerId="LiveId" clId="{CFB00AFA-2921-4853-BC51-A865647449C4}" dt="2026-02-15T16:12:34.694" v="740" actId="14100"/>
          <ac:picMkLst>
            <pc:docMk/>
            <pc:sldMk cId="0" sldId="258"/>
            <ac:picMk id="53" creationId="{12F20BA8-437A-8928-11FC-74B9D335AAE1}"/>
          </ac:picMkLst>
        </pc:picChg>
      </pc:sldChg>
      <pc:sldChg chg="modSp mod">
        <pc:chgData name="riddhi2721@outlook.com" userId="ae6818def4d35aa2" providerId="LiveId" clId="{CFB00AFA-2921-4853-BC51-A865647449C4}" dt="2026-02-16T11:13:20.947" v="952" actId="113"/>
        <pc:sldMkLst>
          <pc:docMk/>
          <pc:sldMk cId="0" sldId="260"/>
        </pc:sldMkLst>
        <pc:spChg chg="mod">
          <ac:chgData name="riddhi2721@outlook.com" userId="ae6818def4d35aa2" providerId="LiveId" clId="{CFB00AFA-2921-4853-BC51-A865647449C4}" dt="2026-02-16T11:13:20.947" v="952" actId="113"/>
          <ac:spMkLst>
            <pc:docMk/>
            <pc:sldMk cId="0" sldId="260"/>
            <ac:spMk id="16" creationId="{0580D227-49AF-319B-C3E8-DB292093D9E3}"/>
          </ac:spMkLst>
        </pc:spChg>
        <pc:spChg chg="mod">
          <ac:chgData name="riddhi2721@outlook.com" userId="ae6818def4d35aa2" providerId="LiveId" clId="{CFB00AFA-2921-4853-BC51-A865647449C4}" dt="2026-02-16T09:55:29.972" v="855" actId="20577"/>
          <ac:spMkLst>
            <pc:docMk/>
            <pc:sldMk cId="0" sldId="260"/>
            <ac:spMk id="20" creationId="{B7713FA5-8322-C375-E81C-B23F8D114418}"/>
          </ac:spMkLst>
        </pc:spChg>
      </pc:sldChg>
      <pc:sldChg chg="modSp mod">
        <pc:chgData name="riddhi2721@outlook.com" userId="ae6818def4d35aa2" providerId="LiveId" clId="{CFB00AFA-2921-4853-BC51-A865647449C4}" dt="2026-02-15T16:05:47.015" v="717" actId="123"/>
        <pc:sldMkLst>
          <pc:docMk/>
          <pc:sldMk cId="0" sldId="262"/>
        </pc:sldMkLst>
        <pc:spChg chg="mod">
          <ac:chgData name="riddhi2721@outlook.com" userId="ae6818def4d35aa2" providerId="LiveId" clId="{CFB00AFA-2921-4853-BC51-A865647449C4}" dt="2026-02-15T16:05:35.846" v="713" actId="123"/>
          <ac:spMkLst>
            <pc:docMk/>
            <pc:sldMk cId="0" sldId="262"/>
            <ac:spMk id="42" creationId="{6A273A2B-B8D1-1DF0-8527-E2DFEE1E63C9}"/>
          </ac:spMkLst>
        </pc:spChg>
        <pc:spChg chg="mod">
          <ac:chgData name="riddhi2721@outlook.com" userId="ae6818def4d35aa2" providerId="LiveId" clId="{CFB00AFA-2921-4853-BC51-A865647449C4}" dt="2026-02-15T16:05:38.721" v="714" actId="123"/>
          <ac:spMkLst>
            <pc:docMk/>
            <pc:sldMk cId="0" sldId="262"/>
            <ac:spMk id="43" creationId="{C5AD5C2A-8BDD-8795-E463-C392FB97535F}"/>
          </ac:spMkLst>
        </pc:spChg>
        <pc:spChg chg="mod">
          <ac:chgData name="riddhi2721@outlook.com" userId="ae6818def4d35aa2" providerId="LiveId" clId="{CFB00AFA-2921-4853-BC51-A865647449C4}" dt="2026-02-15T16:05:41.100" v="715" actId="123"/>
          <ac:spMkLst>
            <pc:docMk/>
            <pc:sldMk cId="0" sldId="262"/>
            <ac:spMk id="44" creationId="{A189AA2C-AC0F-9FFB-B5A8-094A0172B88E}"/>
          </ac:spMkLst>
        </pc:spChg>
        <pc:spChg chg="mod">
          <ac:chgData name="riddhi2721@outlook.com" userId="ae6818def4d35aa2" providerId="LiveId" clId="{CFB00AFA-2921-4853-BC51-A865647449C4}" dt="2026-02-15T16:05:44.071" v="716" actId="123"/>
          <ac:spMkLst>
            <pc:docMk/>
            <pc:sldMk cId="0" sldId="262"/>
            <ac:spMk id="45" creationId="{3EB922B9-FD98-933D-1B00-7D31705057E6}"/>
          </ac:spMkLst>
        </pc:spChg>
        <pc:spChg chg="mod">
          <ac:chgData name="riddhi2721@outlook.com" userId="ae6818def4d35aa2" providerId="LiveId" clId="{CFB00AFA-2921-4853-BC51-A865647449C4}" dt="2026-02-15T16:05:47.015" v="717" actId="123"/>
          <ac:spMkLst>
            <pc:docMk/>
            <pc:sldMk cId="0" sldId="262"/>
            <ac:spMk id="46" creationId="{5A506526-6E5F-960E-EE98-1A9E4DABDE72}"/>
          </ac:spMkLst>
        </pc:spChg>
      </pc:sldChg>
      <pc:sldChg chg="addSp delSp modSp mod">
        <pc:chgData name="riddhi2721@outlook.com" userId="ae6818def4d35aa2" providerId="LiveId" clId="{CFB00AFA-2921-4853-BC51-A865647449C4}" dt="2026-02-16T10:34:21.323" v="900" actId="14100"/>
        <pc:sldMkLst>
          <pc:docMk/>
          <pc:sldMk cId="0" sldId="263"/>
        </pc:sldMkLst>
        <pc:spChg chg="add mod">
          <ac:chgData name="riddhi2721@outlook.com" userId="ae6818def4d35aa2" providerId="LiveId" clId="{CFB00AFA-2921-4853-BC51-A865647449C4}" dt="2026-02-16T10:34:21.323" v="900" actId="14100"/>
          <ac:spMkLst>
            <pc:docMk/>
            <pc:sldMk cId="0" sldId="263"/>
            <ac:spMk id="4" creationId="{33CFB58A-A85B-F74D-7E7A-BA83D84D6AE5}"/>
          </ac:spMkLst>
        </pc:spChg>
        <pc:spChg chg="del mod">
          <ac:chgData name="riddhi2721@outlook.com" userId="ae6818def4d35aa2" providerId="LiveId" clId="{CFB00AFA-2921-4853-BC51-A865647449C4}" dt="2026-02-16T10:31:38.328" v="860" actId="478"/>
          <ac:spMkLst>
            <pc:docMk/>
            <pc:sldMk cId="0" sldId="263"/>
            <ac:spMk id="26" creationId="{C7F5CA38-DE36-1784-88DC-946F19BAEC94}"/>
          </ac:spMkLst>
        </pc:spChg>
        <pc:spChg chg="mod">
          <ac:chgData name="riddhi2721@outlook.com" userId="ae6818def4d35aa2" providerId="LiveId" clId="{CFB00AFA-2921-4853-BC51-A865647449C4}" dt="2026-02-16T10:32:55.001" v="882" actId="1076"/>
          <ac:spMkLst>
            <pc:docMk/>
            <pc:sldMk cId="0" sldId="263"/>
            <ac:spMk id="36" creationId="{E6B3AEAE-F8EF-8B07-8DFC-12B28040FA68}"/>
          </ac:spMkLst>
        </pc:spChg>
        <pc:spChg chg="del mod">
          <ac:chgData name="riddhi2721@outlook.com" userId="ae6818def4d35aa2" providerId="LiveId" clId="{CFB00AFA-2921-4853-BC51-A865647449C4}" dt="2026-02-16T10:31:33.568" v="857" actId="478"/>
          <ac:spMkLst>
            <pc:docMk/>
            <pc:sldMk cId="0" sldId="263"/>
            <ac:spMk id="37" creationId="{9AD163EF-6BAF-2753-3007-B8515D80604F}"/>
          </ac:spMkLst>
        </pc:spChg>
        <pc:graphicFrameChg chg="add mod">
          <ac:chgData name="riddhi2721@outlook.com" userId="ae6818def4d35aa2" providerId="LiveId" clId="{CFB00AFA-2921-4853-BC51-A865647449C4}" dt="2026-02-16T10:32:36.617" v="874"/>
          <ac:graphicFrameMkLst>
            <pc:docMk/>
            <pc:sldMk cId="0" sldId="263"/>
            <ac:graphicFrameMk id="2" creationId="{EB39C464-243C-44FC-E432-43578CD53F8B}"/>
          </ac:graphicFrameMkLst>
        </pc:graphicFrameChg>
        <pc:graphicFrameChg chg="mod">
          <ac:chgData name="riddhi2721@outlook.com" userId="ae6818def4d35aa2" providerId="LiveId" clId="{CFB00AFA-2921-4853-BC51-A865647449C4}" dt="2026-02-16T10:34:06.030" v="899" actId="14100"/>
          <ac:graphicFrameMkLst>
            <pc:docMk/>
            <pc:sldMk cId="0" sldId="263"/>
            <ac:graphicFrameMk id="19" creationId="{22C7BCA4-B60B-FE7C-7D29-DF2FF6BFD5C3}"/>
          </ac:graphicFrameMkLst>
        </pc:graphicFrameChg>
        <pc:picChg chg="add mod">
          <ac:chgData name="riddhi2721@outlook.com" userId="ae6818def4d35aa2" providerId="LiveId" clId="{CFB00AFA-2921-4853-BC51-A865647449C4}" dt="2026-02-16T10:34:21.323" v="900" actId="14100"/>
          <ac:picMkLst>
            <pc:docMk/>
            <pc:sldMk cId="0" sldId="263"/>
            <ac:picMk id="3" creationId="{DB2794A2-6EE0-5306-B8CB-569746BD46B6}"/>
          </ac:picMkLst>
        </pc:picChg>
      </pc:sldChg>
      <pc:sldChg chg="addSp modSp mod">
        <pc:chgData name="riddhi2721@outlook.com" userId="ae6818def4d35aa2" providerId="LiveId" clId="{CFB00AFA-2921-4853-BC51-A865647449C4}" dt="2026-02-16T11:22:16.601" v="953"/>
        <pc:sldMkLst>
          <pc:docMk/>
          <pc:sldMk cId="0" sldId="264"/>
        </pc:sldMkLst>
        <pc:spChg chg="add mod">
          <ac:chgData name="riddhi2721@outlook.com" userId="ae6818def4d35aa2" providerId="LiveId" clId="{CFB00AFA-2921-4853-BC51-A865647449C4}" dt="2026-02-16T11:04:20.877" v="917" actId="14100"/>
          <ac:spMkLst>
            <pc:docMk/>
            <pc:sldMk cId="0" sldId="264"/>
            <ac:spMk id="11" creationId="{0C52E835-C077-CBB4-F905-A6644A381F85}"/>
          </ac:spMkLst>
        </pc:spChg>
        <pc:spChg chg="mod">
          <ac:chgData name="riddhi2721@outlook.com" userId="ae6818def4d35aa2" providerId="LiveId" clId="{CFB00AFA-2921-4853-BC51-A865647449C4}" dt="2026-02-16T11:04:11.928" v="916" actId="20577"/>
          <ac:spMkLst>
            <pc:docMk/>
            <pc:sldMk cId="0" sldId="264"/>
            <ac:spMk id="28" creationId="{95A3DBD6-B77C-4A10-B83A-1BFF98B33DAE}"/>
          </ac:spMkLst>
        </pc:spChg>
        <pc:graphicFrameChg chg="add mod">
          <ac:chgData name="riddhi2721@outlook.com" userId="ae6818def4d35aa2" providerId="LiveId" clId="{CFB00AFA-2921-4853-BC51-A865647449C4}" dt="2026-02-16T11:03:20.795" v="908" actId="14100"/>
          <ac:graphicFrameMkLst>
            <pc:docMk/>
            <pc:sldMk cId="0" sldId="264"/>
            <ac:graphicFrameMk id="10" creationId="{A9AC01E3-A94A-A554-C379-D4FAF9B2F756}"/>
          </ac:graphicFrameMkLst>
        </pc:graphicFrameChg>
        <pc:graphicFrameChg chg="mod">
          <ac:chgData name="riddhi2721@outlook.com" userId="ae6818def4d35aa2" providerId="LiveId" clId="{CFB00AFA-2921-4853-BC51-A865647449C4}" dt="2026-02-16T11:22:16.601" v="953"/>
          <ac:graphicFrameMkLst>
            <pc:docMk/>
            <pc:sldMk cId="0" sldId="264"/>
            <ac:graphicFrameMk id="26" creationId="{21853BAD-E2E1-AD95-FE16-2EC06EFEAE03}"/>
          </ac:graphicFrameMkLst>
        </pc:graphicFrameChg>
      </pc:sldChg>
      <pc:sldChg chg="delSp modSp mod">
        <pc:chgData name="riddhi2721@outlook.com" userId="ae6818def4d35aa2" providerId="LiveId" clId="{CFB00AFA-2921-4853-BC51-A865647449C4}" dt="2026-02-15T16:06:46.549" v="734" actId="1076"/>
        <pc:sldMkLst>
          <pc:docMk/>
          <pc:sldMk cId="0" sldId="275"/>
        </pc:sldMkLst>
        <pc:spChg chg="del mod">
          <ac:chgData name="riddhi2721@outlook.com" userId="ae6818def4d35aa2" providerId="LiveId" clId="{CFB00AFA-2921-4853-BC51-A865647449C4}" dt="2026-02-15T16:06:30.379" v="732" actId="478"/>
          <ac:spMkLst>
            <pc:docMk/>
            <pc:sldMk cId="0" sldId="275"/>
            <ac:spMk id="561" creationId="{00000000-0000-0000-0000-000000000000}"/>
          </ac:spMkLst>
        </pc:spChg>
        <pc:spChg chg="mod">
          <ac:chgData name="riddhi2721@outlook.com" userId="ae6818def4d35aa2" providerId="LiveId" clId="{CFB00AFA-2921-4853-BC51-A865647449C4}" dt="2026-02-15T16:06:46.549" v="734" actId="1076"/>
          <ac:spMkLst>
            <pc:docMk/>
            <pc:sldMk cId="0" sldId="275"/>
            <ac:spMk id="562" creationId="{00000000-0000-0000-0000-000000000000}"/>
          </ac:spMkLst>
        </pc:spChg>
      </pc:sldChg>
      <pc:sldChg chg="addSp delSp modSp mod">
        <pc:chgData name="riddhi2721@outlook.com" userId="ae6818def4d35aa2" providerId="LiveId" clId="{CFB00AFA-2921-4853-BC51-A865647449C4}" dt="2026-02-16T11:06:44.111" v="951" actId="1582"/>
        <pc:sldMkLst>
          <pc:docMk/>
          <pc:sldMk cId="3953919833" sldId="276"/>
        </pc:sldMkLst>
        <pc:spChg chg="add del mod">
          <ac:chgData name="riddhi2721@outlook.com" userId="ae6818def4d35aa2" providerId="LiveId" clId="{CFB00AFA-2921-4853-BC51-A865647449C4}" dt="2026-02-15T14:31:37.669" v="70"/>
          <ac:spMkLst>
            <pc:docMk/>
            <pc:sldMk cId="3953919833" sldId="276"/>
            <ac:spMk id="4" creationId="{B84493F7-A8A7-8EC7-2BC6-858E740D478F}"/>
          </ac:spMkLst>
        </pc:spChg>
        <pc:spChg chg="add mod">
          <ac:chgData name="riddhi2721@outlook.com" userId="ae6818def4d35aa2" providerId="LiveId" clId="{CFB00AFA-2921-4853-BC51-A865647449C4}" dt="2026-02-15T14:33:22.143" v="85" actId="1076"/>
          <ac:spMkLst>
            <pc:docMk/>
            <pc:sldMk cId="3953919833" sldId="276"/>
            <ac:spMk id="5" creationId="{BC61DA99-63CF-86B5-5128-697D7F93B760}"/>
          </ac:spMkLst>
        </pc:spChg>
        <pc:spChg chg="add mod">
          <ac:chgData name="riddhi2721@outlook.com" userId="ae6818def4d35aa2" providerId="LiveId" clId="{CFB00AFA-2921-4853-BC51-A865647449C4}" dt="2026-02-16T11:06:36.725" v="950" actId="1076"/>
          <ac:spMkLst>
            <pc:docMk/>
            <pc:sldMk cId="3953919833" sldId="276"/>
            <ac:spMk id="7" creationId="{7429ADBC-FAEA-BE9C-B589-6AE0594F1A57}"/>
          </ac:spMkLst>
        </pc:spChg>
        <pc:spChg chg="add mod">
          <ac:chgData name="riddhi2721@outlook.com" userId="ae6818def4d35aa2" providerId="LiveId" clId="{CFB00AFA-2921-4853-BC51-A865647449C4}" dt="2026-02-15T14:34:05.566" v="89"/>
          <ac:spMkLst>
            <pc:docMk/>
            <pc:sldMk cId="3953919833" sldId="276"/>
            <ac:spMk id="7" creationId="{D1C1BF92-DFE4-8273-FE19-7B5ED60DD62E}"/>
          </ac:spMkLst>
        </pc:spChg>
        <pc:spChg chg="mod">
          <ac:chgData name="riddhi2721@outlook.com" userId="ae6818def4d35aa2" providerId="LiveId" clId="{CFB00AFA-2921-4853-BC51-A865647449C4}" dt="2026-02-15T14:33:22.143" v="85" actId="1076"/>
          <ac:spMkLst>
            <pc:docMk/>
            <pc:sldMk cId="3953919833" sldId="276"/>
            <ac:spMk id="9" creationId="{B0C04A05-215F-1590-0C3C-26424D65786D}"/>
          </ac:spMkLst>
        </pc:spChg>
        <pc:spChg chg="del mod">
          <ac:chgData name="riddhi2721@outlook.com" userId="ae6818def4d35aa2" providerId="LiveId" clId="{CFB00AFA-2921-4853-BC51-A865647449C4}" dt="2026-02-16T11:03:08.052" v="903" actId="21"/>
          <ac:spMkLst>
            <pc:docMk/>
            <pc:sldMk cId="3953919833" sldId="276"/>
            <ac:spMk id="11" creationId="{0C52E835-C077-CBB4-F905-A6644A381F85}"/>
          </ac:spMkLst>
        </pc:spChg>
        <pc:spChg chg="add mod">
          <ac:chgData name="riddhi2721@outlook.com" userId="ae6818def4d35aa2" providerId="LiveId" clId="{CFB00AFA-2921-4853-BC51-A865647449C4}" dt="2026-02-15T14:34:05.566" v="89"/>
          <ac:spMkLst>
            <pc:docMk/>
            <pc:sldMk cId="3953919833" sldId="276"/>
            <ac:spMk id="12" creationId="{42406E2F-E774-47C6-8CE7-1905E007C627}"/>
          </ac:spMkLst>
        </pc:spChg>
        <pc:spChg chg="add mod">
          <ac:chgData name="riddhi2721@outlook.com" userId="ae6818def4d35aa2" providerId="LiveId" clId="{CFB00AFA-2921-4853-BC51-A865647449C4}" dt="2026-02-15T14:34:05.566" v="89"/>
          <ac:spMkLst>
            <pc:docMk/>
            <pc:sldMk cId="3953919833" sldId="276"/>
            <ac:spMk id="13" creationId="{BD1402E8-E605-4FCE-B0D1-DA63308FA57F}"/>
          </ac:spMkLst>
        </pc:spChg>
        <pc:spChg chg="add mod">
          <ac:chgData name="riddhi2721@outlook.com" userId="ae6818def4d35aa2" providerId="LiveId" clId="{CFB00AFA-2921-4853-BC51-A865647449C4}" dt="2026-02-15T14:34:04.522" v="88"/>
          <ac:spMkLst>
            <pc:docMk/>
            <pc:sldMk cId="3953919833" sldId="276"/>
            <ac:spMk id="15" creationId="{D1C1BF92-DFE4-8273-FE19-7B5ED60DD62E}"/>
          </ac:spMkLst>
        </pc:spChg>
        <pc:spChg chg="add mod">
          <ac:chgData name="riddhi2721@outlook.com" userId="ae6818def4d35aa2" providerId="LiveId" clId="{CFB00AFA-2921-4853-BC51-A865647449C4}" dt="2026-02-15T14:34:04.522" v="88"/>
          <ac:spMkLst>
            <pc:docMk/>
            <pc:sldMk cId="3953919833" sldId="276"/>
            <ac:spMk id="16" creationId="{42406E2F-E774-47C6-8CE7-1905E007C627}"/>
          </ac:spMkLst>
        </pc:spChg>
        <pc:spChg chg="add mod">
          <ac:chgData name="riddhi2721@outlook.com" userId="ae6818def4d35aa2" providerId="LiveId" clId="{CFB00AFA-2921-4853-BC51-A865647449C4}" dt="2026-02-15T14:34:04.522" v="88"/>
          <ac:spMkLst>
            <pc:docMk/>
            <pc:sldMk cId="3953919833" sldId="276"/>
            <ac:spMk id="17" creationId="{BD1402E8-E605-4FCE-B0D1-DA63308FA57F}"/>
          </ac:spMkLst>
        </pc:spChg>
        <pc:spChg chg="add del mod">
          <ac:chgData name="riddhi2721@outlook.com" userId="ae6818def4d35aa2" providerId="LiveId" clId="{CFB00AFA-2921-4853-BC51-A865647449C4}" dt="2026-02-15T14:35:59.557" v="103"/>
          <ac:spMkLst>
            <pc:docMk/>
            <pc:sldMk cId="3953919833" sldId="276"/>
            <ac:spMk id="18" creationId="{CFF45F52-EDA3-908B-C7A6-D3DE03579C46}"/>
          </ac:spMkLst>
        </pc:spChg>
        <pc:spChg chg="add mod">
          <ac:chgData name="riddhi2721@outlook.com" userId="ae6818def4d35aa2" providerId="LiveId" clId="{CFB00AFA-2921-4853-BC51-A865647449C4}" dt="2026-02-15T14:36:41.154" v="109" actId="1582"/>
          <ac:spMkLst>
            <pc:docMk/>
            <pc:sldMk cId="3953919833" sldId="276"/>
            <ac:spMk id="19" creationId="{7266AF22-7FA7-E88D-EA70-0BDEED212EFE}"/>
          </ac:spMkLst>
        </pc:spChg>
        <pc:spChg chg="add mod">
          <ac:chgData name="riddhi2721@outlook.com" userId="ae6818def4d35aa2" providerId="LiveId" clId="{CFB00AFA-2921-4853-BC51-A865647449C4}" dt="2026-02-15T14:37:34.010" v="113" actId="207"/>
          <ac:spMkLst>
            <pc:docMk/>
            <pc:sldMk cId="3953919833" sldId="276"/>
            <ac:spMk id="20" creationId="{DB2F7066-FAD4-0AFE-5DD0-C80877306DC9}"/>
          </ac:spMkLst>
        </pc:spChg>
        <pc:spChg chg="add mod">
          <ac:chgData name="riddhi2721@outlook.com" userId="ae6818def4d35aa2" providerId="LiveId" clId="{CFB00AFA-2921-4853-BC51-A865647449C4}" dt="2026-02-15T14:40:37.619" v="154" actId="1076"/>
          <ac:spMkLst>
            <pc:docMk/>
            <pc:sldMk cId="3953919833" sldId="276"/>
            <ac:spMk id="21" creationId="{ED24DEDE-800B-28BE-C8EA-DDC85A47DD6C}"/>
          </ac:spMkLst>
        </pc:spChg>
        <pc:spChg chg="add mod">
          <ac:chgData name="riddhi2721@outlook.com" userId="ae6818def4d35aa2" providerId="LiveId" clId="{CFB00AFA-2921-4853-BC51-A865647449C4}" dt="2026-02-15T14:40:13.908" v="151" actId="1076"/>
          <ac:spMkLst>
            <pc:docMk/>
            <pc:sldMk cId="3953919833" sldId="276"/>
            <ac:spMk id="22" creationId="{52EED455-F752-678B-A4D7-567BAC8A3740}"/>
          </ac:spMkLst>
        </pc:spChg>
        <pc:spChg chg="add mod">
          <ac:chgData name="riddhi2721@outlook.com" userId="ae6818def4d35aa2" providerId="LiveId" clId="{CFB00AFA-2921-4853-BC51-A865647449C4}" dt="2026-02-15T14:40:19.976" v="152" actId="1076"/>
          <ac:spMkLst>
            <pc:docMk/>
            <pc:sldMk cId="3953919833" sldId="276"/>
            <ac:spMk id="23" creationId="{0DD27B93-3238-8217-E0D4-0E1BA228768A}"/>
          </ac:spMkLst>
        </pc:spChg>
        <pc:spChg chg="add mod">
          <ac:chgData name="riddhi2721@outlook.com" userId="ae6818def4d35aa2" providerId="LiveId" clId="{CFB00AFA-2921-4853-BC51-A865647449C4}" dt="2026-02-15T14:40:11.330" v="150" actId="1076"/>
          <ac:spMkLst>
            <pc:docMk/>
            <pc:sldMk cId="3953919833" sldId="276"/>
            <ac:spMk id="24" creationId="{B04CE77A-8748-4E7F-45C4-B8F986D20D29}"/>
          </ac:spMkLst>
        </pc:spChg>
        <pc:spChg chg="add mod">
          <ac:chgData name="riddhi2721@outlook.com" userId="ae6818def4d35aa2" providerId="LiveId" clId="{CFB00AFA-2921-4853-BC51-A865647449C4}" dt="2026-02-15T14:39:45.896" v="146" actId="1076"/>
          <ac:spMkLst>
            <pc:docMk/>
            <pc:sldMk cId="3953919833" sldId="276"/>
            <ac:spMk id="25" creationId="{A005F92C-BBA4-11C7-273E-6C0994253834}"/>
          </ac:spMkLst>
        </pc:spChg>
        <pc:graphicFrameChg chg="add mod">
          <ac:chgData name="riddhi2721@outlook.com" userId="ae6818def4d35aa2" providerId="LiveId" clId="{CFB00AFA-2921-4853-BC51-A865647449C4}" dt="2026-02-16T11:04:41.693" v="920"/>
          <ac:graphicFrameMkLst>
            <pc:docMk/>
            <pc:sldMk cId="3953919833" sldId="276"/>
            <ac:graphicFrameMk id="2" creationId="{E1A44FA3-4EE2-7046-C0BC-6FFCE14D9097}"/>
          </ac:graphicFrameMkLst>
        </pc:graphicFrameChg>
        <pc:graphicFrameChg chg="add mod">
          <ac:chgData name="riddhi2721@outlook.com" userId="ae6818def4d35aa2" providerId="LiveId" clId="{CFB00AFA-2921-4853-BC51-A865647449C4}" dt="2026-02-15T14:30:20.057" v="60"/>
          <ac:graphicFrameMkLst>
            <pc:docMk/>
            <pc:sldMk cId="3953919833" sldId="276"/>
            <ac:graphicFrameMk id="2" creationId="{F39D33BC-86FF-3A57-4037-3314B3E0D484}"/>
          </ac:graphicFrameMkLst>
        </pc:graphicFrameChg>
        <pc:graphicFrameChg chg="add mod modGraphic">
          <ac:chgData name="riddhi2721@outlook.com" userId="ae6818def4d35aa2" providerId="LiveId" clId="{CFB00AFA-2921-4853-BC51-A865647449C4}" dt="2026-02-15T14:36:29.110" v="108" actId="14100"/>
          <ac:graphicFrameMkLst>
            <pc:docMk/>
            <pc:sldMk cId="3953919833" sldId="276"/>
            <ac:graphicFrameMk id="3" creationId="{D0648F89-34E3-62BD-EBED-E7701F34D315}"/>
          </ac:graphicFrameMkLst>
        </pc:graphicFrameChg>
        <pc:graphicFrameChg chg="add mod">
          <ac:chgData name="riddhi2721@outlook.com" userId="ae6818def4d35aa2" providerId="LiveId" clId="{CFB00AFA-2921-4853-BC51-A865647449C4}" dt="2026-02-16T11:06:44.111" v="951" actId="1582"/>
          <ac:graphicFrameMkLst>
            <pc:docMk/>
            <pc:sldMk cId="3953919833" sldId="276"/>
            <ac:graphicFrameMk id="4" creationId="{E1A44FA3-4EE2-7046-C0BC-6FFCE14D9097}"/>
          </ac:graphicFrameMkLst>
        </pc:graphicFrameChg>
        <pc:graphicFrameChg chg="add mod">
          <ac:chgData name="riddhi2721@outlook.com" userId="ae6818def4d35aa2" providerId="LiveId" clId="{CFB00AFA-2921-4853-BC51-A865647449C4}" dt="2026-02-15T14:33:49.977" v="86"/>
          <ac:graphicFrameMkLst>
            <pc:docMk/>
            <pc:sldMk cId="3953919833" sldId="276"/>
            <ac:graphicFrameMk id="6" creationId="{AEF1B1BD-82DF-EEC7-3E07-0FC51543C9B4}"/>
          </ac:graphicFrameMkLst>
        </pc:graphicFrameChg>
        <pc:graphicFrameChg chg="add mod">
          <ac:chgData name="riddhi2721@outlook.com" userId="ae6818def4d35aa2" providerId="LiveId" clId="{CFB00AFA-2921-4853-BC51-A865647449C4}" dt="2026-02-16T11:05:54.020" v="942"/>
          <ac:graphicFrameMkLst>
            <pc:docMk/>
            <pc:sldMk cId="3953919833" sldId="276"/>
            <ac:graphicFrameMk id="6" creationId="{E1A44FA3-4EE2-7046-C0BC-6FFCE14D9097}"/>
          </ac:graphicFrameMkLst>
        </pc:graphicFrameChg>
        <pc:graphicFrameChg chg="del mod modGraphic">
          <ac:chgData name="riddhi2721@outlook.com" userId="ae6818def4d35aa2" providerId="LiveId" clId="{CFB00AFA-2921-4853-BC51-A865647449C4}" dt="2026-02-16T11:03:08.052" v="903" actId="21"/>
          <ac:graphicFrameMkLst>
            <pc:docMk/>
            <pc:sldMk cId="3953919833" sldId="276"/>
            <ac:graphicFrameMk id="10" creationId="{A9AC01E3-A94A-A554-C379-D4FAF9B2F756}"/>
          </ac:graphicFrameMkLst>
        </pc:graphicFrameChg>
        <pc:graphicFrameChg chg="add mod">
          <ac:chgData name="riddhi2721@outlook.com" userId="ae6818def4d35aa2" providerId="LiveId" clId="{CFB00AFA-2921-4853-BC51-A865647449C4}" dt="2026-02-15T14:34:00.325" v="87"/>
          <ac:graphicFrameMkLst>
            <pc:docMk/>
            <pc:sldMk cId="3953919833" sldId="276"/>
            <ac:graphicFrameMk id="14" creationId="{F6E1FE57-EA39-30CE-3F6A-460ED05C1319}"/>
          </ac:graphicFrameMkLst>
        </pc:graphicFrameChg>
        <pc:picChg chg="del mod">
          <ac:chgData name="riddhi2721@outlook.com" userId="ae6818def4d35aa2" providerId="LiveId" clId="{CFB00AFA-2921-4853-BC51-A865647449C4}" dt="2026-02-15T14:30:18.623" v="59" actId="478"/>
          <ac:picMkLst>
            <pc:docMk/>
            <pc:sldMk cId="3953919833" sldId="276"/>
            <ac:picMk id="8" creationId="{543979F4-9C5F-9F1D-AC56-A28196718807}"/>
          </ac:picMkLst>
        </pc:picChg>
      </pc:sldChg>
      <pc:sldChg chg="addSp modSp mod">
        <pc:chgData name="riddhi2721@outlook.com" userId="ae6818def4d35aa2" providerId="LiveId" clId="{CFB00AFA-2921-4853-BC51-A865647449C4}" dt="2026-02-16T09:05:53.216" v="843" actId="20577"/>
        <pc:sldMkLst>
          <pc:docMk/>
          <pc:sldMk cId="2348544712" sldId="277"/>
        </pc:sldMkLst>
        <pc:spChg chg="add mod">
          <ac:chgData name="riddhi2721@outlook.com" userId="ae6818def4d35aa2" providerId="LiveId" clId="{CFB00AFA-2921-4853-BC51-A865647449C4}" dt="2026-02-15T14:34:28.910" v="91"/>
          <ac:spMkLst>
            <pc:docMk/>
            <pc:sldMk cId="2348544712" sldId="277"/>
            <ac:spMk id="3" creationId="{D1C1BF92-DFE4-8273-FE19-7B5ED60DD62E}"/>
          </ac:spMkLst>
        </pc:spChg>
        <pc:spChg chg="add mod">
          <ac:chgData name="riddhi2721@outlook.com" userId="ae6818def4d35aa2" providerId="LiveId" clId="{CFB00AFA-2921-4853-BC51-A865647449C4}" dt="2026-02-15T14:34:28.910" v="91"/>
          <ac:spMkLst>
            <pc:docMk/>
            <pc:sldMk cId="2348544712" sldId="277"/>
            <ac:spMk id="4" creationId="{42406E2F-E774-47C6-8CE7-1905E007C627}"/>
          </ac:spMkLst>
        </pc:spChg>
        <pc:spChg chg="add mod">
          <ac:chgData name="riddhi2721@outlook.com" userId="ae6818def4d35aa2" providerId="LiveId" clId="{CFB00AFA-2921-4853-BC51-A865647449C4}" dt="2026-02-15T14:34:28.910" v="91"/>
          <ac:spMkLst>
            <pc:docMk/>
            <pc:sldMk cId="2348544712" sldId="277"/>
            <ac:spMk id="5" creationId="{BD1402E8-E605-4FCE-B0D1-DA63308FA57F}"/>
          </ac:spMkLst>
        </pc:spChg>
        <pc:spChg chg="mod">
          <ac:chgData name="riddhi2721@outlook.com" userId="ae6818def4d35aa2" providerId="LiveId" clId="{CFB00AFA-2921-4853-BC51-A865647449C4}" dt="2026-02-15T14:34:58.867" v="97" actId="1582"/>
          <ac:spMkLst>
            <pc:docMk/>
            <pc:sldMk cId="2348544712" sldId="277"/>
            <ac:spMk id="15" creationId="{FD2F1C2A-B477-8819-A861-2714F2742C69}"/>
          </ac:spMkLst>
        </pc:spChg>
        <pc:spChg chg="mod">
          <ac:chgData name="riddhi2721@outlook.com" userId="ae6818def4d35aa2" providerId="LiveId" clId="{CFB00AFA-2921-4853-BC51-A865647449C4}" dt="2026-02-16T09:05:53.216" v="843" actId="20577"/>
          <ac:spMkLst>
            <pc:docMk/>
            <pc:sldMk cId="2348544712" sldId="277"/>
            <ac:spMk id="395" creationId="{26314281-6BB0-0B35-4888-3303A799C630}"/>
          </ac:spMkLst>
        </pc:spChg>
        <pc:graphicFrameChg chg="add mod">
          <ac:chgData name="riddhi2721@outlook.com" userId="ae6818def4d35aa2" providerId="LiveId" clId="{CFB00AFA-2921-4853-BC51-A865647449C4}" dt="2026-02-15T14:34:10.761" v="90"/>
          <ac:graphicFrameMkLst>
            <pc:docMk/>
            <pc:sldMk cId="2348544712" sldId="277"/>
            <ac:graphicFrameMk id="2" creationId="{0B4A7ABA-6C69-16C4-8575-58BC1AF72B69}"/>
          </ac:graphicFrameMkLst>
        </pc:graphicFrameChg>
      </pc:sldChg>
      <pc:sldChg chg="addSp delSp modSp new mod">
        <pc:chgData name="riddhi2721@outlook.com" userId="ae6818def4d35aa2" providerId="LiveId" clId="{CFB00AFA-2921-4853-BC51-A865647449C4}" dt="2026-02-16T09:06:02.726" v="848" actId="20577"/>
        <pc:sldMkLst>
          <pc:docMk/>
          <pc:sldMk cId="3592557801" sldId="278"/>
        </pc:sldMkLst>
        <pc:spChg chg="mod">
          <ac:chgData name="riddhi2721@outlook.com" userId="ae6818def4d35aa2" providerId="LiveId" clId="{CFB00AFA-2921-4853-BC51-A865647449C4}" dt="2026-02-16T09:05:58.818" v="846" actId="20577"/>
          <ac:spMkLst>
            <pc:docMk/>
            <pc:sldMk cId="3592557801" sldId="278"/>
            <ac:spMk id="2" creationId="{3E75B137-100B-893E-7D43-07EF98AB0E50}"/>
          </ac:spMkLst>
        </pc:spChg>
        <pc:spChg chg="add del mod">
          <ac:chgData name="riddhi2721@outlook.com" userId="ae6818def4d35aa2" providerId="LiveId" clId="{CFB00AFA-2921-4853-BC51-A865647449C4}" dt="2026-02-15T16:18:59.584" v="748" actId="478"/>
          <ac:spMkLst>
            <pc:docMk/>
            <pc:sldMk cId="3592557801" sldId="278"/>
            <ac:spMk id="3" creationId="{08A097FB-DCF9-6E20-CA3B-0A87FF1526C3}"/>
          </ac:spMkLst>
        </pc:spChg>
        <pc:spChg chg="del mod">
          <ac:chgData name="riddhi2721@outlook.com" userId="ae6818def4d35aa2" providerId="LiveId" clId="{CFB00AFA-2921-4853-BC51-A865647449C4}" dt="2026-02-15T14:42:32.814" v="171" actId="478"/>
          <ac:spMkLst>
            <pc:docMk/>
            <pc:sldMk cId="3592557801" sldId="278"/>
            <ac:spMk id="3" creationId="{F778EDBD-A044-AA68-30C0-2B26E91C9827}"/>
          </ac:spMkLst>
        </pc:spChg>
        <pc:spChg chg="del mod">
          <ac:chgData name="riddhi2721@outlook.com" userId="ae6818def4d35aa2" providerId="LiveId" clId="{CFB00AFA-2921-4853-BC51-A865647449C4}" dt="2026-02-15T14:42:32.814" v="171" actId="478"/>
          <ac:spMkLst>
            <pc:docMk/>
            <pc:sldMk cId="3592557801" sldId="278"/>
            <ac:spMk id="4" creationId="{0740E30A-E1CD-36F6-3127-6C1F05FEFA9C}"/>
          </ac:spMkLst>
        </pc:spChg>
        <pc:spChg chg="del">
          <ac:chgData name="riddhi2721@outlook.com" userId="ae6818def4d35aa2" providerId="LiveId" clId="{CFB00AFA-2921-4853-BC51-A865647449C4}" dt="2026-02-15T14:42:38.299" v="172" actId="478"/>
          <ac:spMkLst>
            <pc:docMk/>
            <pc:sldMk cId="3592557801" sldId="278"/>
            <ac:spMk id="5" creationId="{B721D4C3-6F7C-E9D3-7B55-92EBF3AADD9D}"/>
          </ac:spMkLst>
        </pc:spChg>
        <pc:spChg chg="add mod">
          <ac:chgData name="riddhi2721@outlook.com" userId="ae6818def4d35aa2" providerId="LiveId" clId="{CFB00AFA-2921-4853-BC51-A865647449C4}" dt="2026-02-16T09:06:02.726" v="848" actId="20577"/>
          <ac:spMkLst>
            <pc:docMk/>
            <pc:sldMk cId="3592557801" sldId="278"/>
            <ac:spMk id="5" creationId="{FA13056E-48A1-5336-3B9D-04A8D98B82B9}"/>
          </ac:spMkLst>
        </pc:spChg>
        <pc:spChg chg="del mod">
          <ac:chgData name="riddhi2721@outlook.com" userId="ae6818def4d35aa2" providerId="LiveId" clId="{CFB00AFA-2921-4853-BC51-A865647449C4}" dt="2026-02-15T14:42:40.097" v="173" actId="478"/>
          <ac:spMkLst>
            <pc:docMk/>
            <pc:sldMk cId="3592557801" sldId="278"/>
            <ac:spMk id="6" creationId="{80E61353-15ED-F5FE-E542-6F43B4FB4EBB}"/>
          </ac:spMkLst>
        </pc:spChg>
        <pc:spChg chg="del">
          <ac:chgData name="riddhi2721@outlook.com" userId="ae6818def4d35aa2" providerId="LiveId" clId="{CFB00AFA-2921-4853-BC51-A865647449C4}" dt="2026-02-15T14:42:38.299" v="172" actId="478"/>
          <ac:spMkLst>
            <pc:docMk/>
            <pc:sldMk cId="3592557801" sldId="278"/>
            <ac:spMk id="7" creationId="{ABE7B130-C6D6-9A9F-D711-4FF1F14ECE0F}"/>
          </ac:spMkLst>
        </pc:spChg>
        <pc:spChg chg="del">
          <ac:chgData name="riddhi2721@outlook.com" userId="ae6818def4d35aa2" providerId="LiveId" clId="{CFB00AFA-2921-4853-BC51-A865647449C4}" dt="2026-02-15T14:42:38.299" v="172" actId="478"/>
          <ac:spMkLst>
            <pc:docMk/>
            <pc:sldMk cId="3592557801" sldId="278"/>
            <ac:spMk id="8" creationId="{0F27B0C0-52E1-ACA3-E09A-009010DE0DA8}"/>
          </ac:spMkLst>
        </pc:spChg>
        <pc:spChg chg="del mod">
          <ac:chgData name="riddhi2721@outlook.com" userId="ae6818def4d35aa2" providerId="LiveId" clId="{CFB00AFA-2921-4853-BC51-A865647449C4}" dt="2026-02-15T14:42:32.814" v="171" actId="478"/>
          <ac:spMkLst>
            <pc:docMk/>
            <pc:sldMk cId="3592557801" sldId="278"/>
            <ac:spMk id="9" creationId="{68EB7651-274B-C01C-7510-8E13DFCD97D3}"/>
          </ac:spMkLst>
        </pc:spChg>
        <pc:spChg chg="del">
          <ac:chgData name="riddhi2721@outlook.com" userId="ae6818def4d35aa2" providerId="LiveId" clId="{CFB00AFA-2921-4853-BC51-A865647449C4}" dt="2026-02-15T14:42:38.299" v="172" actId="478"/>
          <ac:spMkLst>
            <pc:docMk/>
            <pc:sldMk cId="3592557801" sldId="278"/>
            <ac:spMk id="10" creationId="{FE2163E2-7A98-DFD6-F3B4-2A3D6C9475C8}"/>
          </ac:spMkLst>
        </pc:spChg>
        <pc:spChg chg="del">
          <ac:chgData name="riddhi2721@outlook.com" userId="ae6818def4d35aa2" providerId="LiveId" clId="{CFB00AFA-2921-4853-BC51-A865647449C4}" dt="2026-02-15T14:42:38.299" v="172" actId="478"/>
          <ac:spMkLst>
            <pc:docMk/>
            <pc:sldMk cId="3592557801" sldId="278"/>
            <ac:spMk id="11" creationId="{ECE0A948-F985-094F-693D-57B467ADBABB}"/>
          </ac:spMkLst>
        </pc:spChg>
        <pc:spChg chg="del mod">
          <ac:chgData name="riddhi2721@outlook.com" userId="ae6818def4d35aa2" providerId="LiveId" clId="{CFB00AFA-2921-4853-BC51-A865647449C4}" dt="2026-02-15T14:42:32.814" v="171" actId="478"/>
          <ac:spMkLst>
            <pc:docMk/>
            <pc:sldMk cId="3592557801" sldId="278"/>
            <ac:spMk id="12" creationId="{61D224A2-BB01-D396-66E5-D731A434E660}"/>
          </ac:spMkLst>
        </pc:spChg>
        <pc:spChg chg="del mod">
          <ac:chgData name="riddhi2721@outlook.com" userId="ae6818def4d35aa2" providerId="LiveId" clId="{CFB00AFA-2921-4853-BC51-A865647449C4}" dt="2026-02-15T14:42:32.814" v="171" actId="478"/>
          <ac:spMkLst>
            <pc:docMk/>
            <pc:sldMk cId="3592557801" sldId="278"/>
            <ac:spMk id="13" creationId="{D426E67B-107F-F5A7-8A5A-25252F1EDC69}"/>
          </ac:spMkLst>
        </pc:spChg>
        <pc:spChg chg="del">
          <ac:chgData name="riddhi2721@outlook.com" userId="ae6818def4d35aa2" providerId="LiveId" clId="{CFB00AFA-2921-4853-BC51-A865647449C4}" dt="2026-02-15T14:42:38.299" v="172" actId="478"/>
          <ac:spMkLst>
            <pc:docMk/>
            <pc:sldMk cId="3592557801" sldId="278"/>
            <ac:spMk id="14" creationId="{2CF61244-6A1D-0D87-E383-D187C2595D50}"/>
          </ac:spMkLst>
        </pc:spChg>
        <pc:spChg chg="add del mod">
          <ac:chgData name="riddhi2721@outlook.com" userId="ae6818def4d35aa2" providerId="LiveId" clId="{CFB00AFA-2921-4853-BC51-A865647449C4}" dt="2026-02-15T14:42:48.445" v="176"/>
          <ac:spMkLst>
            <pc:docMk/>
            <pc:sldMk cId="3592557801" sldId="278"/>
            <ac:spMk id="15" creationId="{C2ECA218-B1D1-E211-EEF3-0CF7F75F2AB0}"/>
          </ac:spMkLst>
        </pc:spChg>
        <pc:spChg chg="add del mod">
          <ac:chgData name="riddhi2721@outlook.com" userId="ae6818def4d35aa2" providerId="LiveId" clId="{CFB00AFA-2921-4853-BC51-A865647449C4}" dt="2026-02-15T16:21:04.618" v="780" actId="20577"/>
          <ac:spMkLst>
            <pc:docMk/>
            <pc:sldMk cId="3592557801" sldId="278"/>
            <ac:spMk id="17" creationId="{C2BFC09C-9617-5DFC-6A33-F4DF9C144F24}"/>
          </ac:spMkLst>
        </pc:spChg>
        <pc:spChg chg="add del mod">
          <ac:chgData name="riddhi2721@outlook.com" userId="ae6818def4d35aa2" providerId="LiveId" clId="{CFB00AFA-2921-4853-BC51-A865647449C4}" dt="2026-02-15T14:59:45.880" v="198" actId="21"/>
          <ac:spMkLst>
            <pc:docMk/>
            <pc:sldMk cId="3592557801" sldId="278"/>
            <ac:spMk id="18" creationId="{50FCC2B5-4599-F675-9CF4-6FDC1EE3FD68}"/>
          </ac:spMkLst>
        </pc:spChg>
        <pc:spChg chg="add del mod">
          <ac:chgData name="riddhi2721@outlook.com" userId="ae6818def4d35aa2" providerId="LiveId" clId="{CFB00AFA-2921-4853-BC51-A865647449C4}" dt="2026-02-15T14:59:43.436" v="197" actId="21"/>
          <ac:spMkLst>
            <pc:docMk/>
            <pc:sldMk cId="3592557801" sldId="278"/>
            <ac:spMk id="19" creationId="{01F895A4-4390-0956-6805-CE2342CC2572}"/>
          </ac:spMkLst>
        </pc:spChg>
        <pc:spChg chg="add mod">
          <ac:chgData name="riddhi2721@outlook.com" userId="ae6818def4d35aa2" providerId="LiveId" clId="{CFB00AFA-2921-4853-BC51-A865647449C4}" dt="2026-02-15T15:03:25.619" v="250" actId="1076"/>
          <ac:spMkLst>
            <pc:docMk/>
            <pc:sldMk cId="3592557801" sldId="278"/>
            <ac:spMk id="20" creationId="{594EDD15-F43D-7A9E-DF9F-9C508E27D8CF}"/>
          </ac:spMkLst>
        </pc:spChg>
        <pc:spChg chg="mod">
          <ac:chgData name="riddhi2721@outlook.com" userId="ae6818def4d35aa2" providerId="LiveId" clId="{CFB00AFA-2921-4853-BC51-A865647449C4}" dt="2026-02-15T15:01:31.187" v="211"/>
          <ac:spMkLst>
            <pc:docMk/>
            <pc:sldMk cId="3592557801" sldId="278"/>
            <ac:spMk id="23" creationId="{DBAA7FCA-86AC-A5D3-5860-D5BC942E0F33}"/>
          </ac:spMkLst>
        </pc:spChg>
        <pc:spChg chg="mod">
          <ac:chgData name="riddhi2721@outlook.com" userId="ae6818def4d35aa2" providerId="LiveId" clId="{CFB00AFA-2921-4853-BC51-A865647449C4}" dt="2026-02-15T15:01:31.187" v="211"/>
          <ac:spMkLst>
            <pc:docMk/>
            <pc:sldMk cId="3592557801" sldId="278"/>
            <ac:spMk id="24" creationId="{11CE467F-E350-DA58-5819-8F554B4487D0}"/>
          </ac:spMkLst>
        </pc:spChg>
        <pc:spChg chg="mod">
          <ac:chgData name="riddhi2721@outlook.com" userId="ae6818def4d35aa2" providerId="LiveId" clId="{CFB00AFA-2921-4853-BC51-A865647449C4}" dt="2026-02-15T16:25:58.935" v="783" actId="20577"/>
          <ac:spMkLst>
            <pc:docMk/>
            <pc:sldMk cId="3592557801" sldId="278"/>
            <ac:spMk id="26" creationId="{41B8C1AF-B8DD-C69F-B178-D6881985D115}"/>
          </ac:spMkLst>
        </pc:spChg>
        <pc:spChg chg="mod">
          <ac:chgData name="riddhi2721@outlook.com" userId="ae6818def4d35aa2" providerId="LiveId" clId="{CFB00AFA-2921-4853-BC51-A865647449C4}" dt="2026-02-15T15:01:44.332" v="216"/>
          <ac:spMkLst>
            <pc:docMk/>
            <pc:sldMk cId="3592557801" sldId="278"/>
            <ac:spMk id="27" creationId="{24D8387C-7F55-E7FC-2987-B9A9AC44C3DC}"/>
          </ac:spMkLst>
        </pc:spChg>
        <pc:spChg chg="del mod topLvl">
          <ac:chgData name="riddhi2721@outlook.com" userId="ae6818def4d35aa2" providerId="LiveId" clId="{CFB00AFA-2921-4853-BC51-A865647449C4}" dt="2026-02-16T09:01:16.551" v="793" actId="21"/>
          <ac:spMkLst>
            <pc:docMk/>
            <pc:sldMk cId="3592557801" sldId="278"/>
            <ac:spMk id="29" creationId="{9AE4CFB7-3D2E-FF92-7AE6-0E8C1EC0E09F}"/>
          </ac:spMkLst>
        </pc:spChg>
        <pc:spChg chg="del mod topLvl">
          <ac:chgData name="riddhi2721@outlook.com" userId="ae6818def4d35aa2" providerId="LiveId" clId="{CFB00AFA-2921-4853-BC51-A865647449C4}" dt="2026-02-16T09:01:18.797" v="794" actId="21"/>
          <ac:spMkLst>
            <pc:docMk/>
            <pc:sldMk cId="3592557801" sldId="278"/>
            <ac:spMk id="30" creationId="{329C3CAC-E2A8-F848-E8CA-1ED2D0D6ABB9}"/>
          </ac:spMkLst>
        </pc:spChg>
        <pc:spChg chg="add del">
          <ac:chgData name="riddhi2721@outlook.com" userId="ae6818def4d35aa2" providerId="LiveId" clId="{CFB00AFA-2921-4853-BC51-A865647449C4}" dt="2026-02-15T15:02:35.176" v="227" actId="11529"/>
          <ac:spMkLst>
            <pc:docMk/>
            <pc:sldMk cId="3592557801" sldId="278"/>
            <ac:spMk id="31" creationId="{D29A3159-33C8-EEDD-C5D1-F43E1A7F742C}"/>
          </ac:spMkLst>
        </pc:spChg>
        <pc:spChg chg="add del">
          <ac:chgData name="riddhi2721@outlook.com" userId="ae6818def4d35aa2" providerId="LiveId" clId="{CFB00AFA-2921-4853-BC51-A865647449C4}" dt="2026-02-15T15:03:44.725" v="253" actId="22"/>
          <ac:spMkLst>
            <pc:docMk/>
            <pc:sldMk cId="3592557801" sldId="278"/>
            <ac:spMk id="33" creationId="{4F49EB0D-A511-90F4-E744-721C2D41630D}"/>
          </ac:spMkLst>
        </pc:spChg>
        <pc:grpChg chg="add del mod">
          <ac:chgData name="riddhi2721@outlook.com" userId="ae6818def4d35aa2" providerId="LiveId" clId="{CFB00AFA-2921-4853-BC51-A865647449C4}" dt="2026-02-16T09:01:13.500" v="792" actId="21"/>
          <ac:grpSpMkLst>
            <pc:docMk/>
            <pc:sldMk cId="3592557801" sldId="278"/>
            <ac:grpSpMk id="21" creationId="{FBB59961-08AC-BDE8-41BB-358082733C5C}"/>
          </ac:grpSpMkLst>
        </pc:grpChg>
        <pc:grpChg chg="add del mod">
          <ac:chgData name="riddhi2721@outlook.com" userId="ae6818def4d35aa2" providerId="LiveId" clId="{CFB00AFA-2921-4853-BC51-A865647449C4}" dt="2026-02-15T15:01:42.743" v="215" actId="21"/>
          <ac:grpSpMkLst>
            <pc:docMk/>
            <pc:sldMk cId="3592557801" sldId="278"/>
            <ac:grpSpMk id="22" creationId="{7DCF5B6C-B355-1D3B-FE15-935B9F44E169}"/>
          </ac:grpSpMkLst>
        </pc:grpChg>
        <pc:grpChg chg="add del mod">
          <ac:chgData name="riddhi2721@outlook.com" userId="ae6818def4d35aa2" providerId="LiveId" clId="{CFB00AFA-2921-4853-BC51-A865647449C4}" dt="2026-02-16T09:01:12.470" v="791" actId="21"/>
          <ac:grpSpMkLst>
            <pc:docMk/>
            <pc:sldMk cId="3592557801" sldId="278"/>
            <ac:grpSpMk id="25" creationId="{609A5A44-B6CE-23BD-E8CE-7418F9180E21}"/>
          </ac:grpSpMkLst>
        </pc:grpChg>
        <pc:grpChg chg="add del mod">
          <ac:chgData name="riddhi2721@outlook.com" userId="ae6818def4d35aa2" providerId="LiveId" clId="{CFB00AFA-2921-4853-BC51-A865647449C4}" dt="2026-02-16T09:01:16.551" v="793" actId="21"/>
          <ac:grpSpMkLst>
            <pc:docMk/>
            <pc:sldMk cId="3592557801" sldId="278"/>
            <ac:grpSpMk id="28" creationId="{531E7D1F-CADA-FB1F-2DF8-B15547907937}"/>
          </ac:grpSpMkLst>
        </pc:grpChg>
        <pc:graphicFrameChg chg="add del mod modGraphic">
          <ac:chgData name="riddhi2721@outlook.com" userId="ae6818def4d35aa2" providerId="LiveId" clId="{CFB00AFA-2921-4853-BC51-A865647449C4}" dt="2026-02-15T14:57:36.475" v="179" actId="478"/>
          <ac:graphicFrameMkLst>
            <pc:docMk/>
            <pc:sldMk cId="3592557801" sldId="278"/>
            <ac:graphicFrameMk id="16" creationId="{96E9B5D0-8E1F-43F9-C9BD-7DFAB526246C}"/>
          </ac:graphicFrameMkLst>
        </pc:graphicFrameChg>
        <pc:picChg chg="add mod">
          <ac:chgData name="riddhi2721@outlook.com" userId="ae6818def4d35aa2" providerId="LiveId" clId="{CFB00AFA-2921-4853-BC51-A865647449C4}" dt="2026-02-16T09:04:58.217" v="842" actId="1582"/>
          <ac:picMkLst>
            <pc:docMk/>
            <pc:sldMk cId="3592557801" sldId="278"/>
            <ac:picMk id="4" creationId="{D2F7E7E9-ECD0-6CD3-7303-32BBFEBF5F71}"/>
          </ac:picMkLst>
        </pc:picChg>
      </pc:sldChg>
      <pc:sldChg chg="modSp add mod">
        <pc:chgData name="riddhi2721@outlook.com" userId="ae6818def4d35aa2" providerId="LiveId" clId="{CFB00AFA-2921-4853-BC51-A865647449C4}" dt="2026-02-16T09:16:49.172" v="852" actId="20577"/>
        <pc:sldMkLst>
          <pc:docMk/>
          <pc:sldMk cId="3692727412" sldId="279"/>
        </pc:sldMkLst>
        <pc:spChg chg="mod">
          <ac:chgData name="riddhi2721@outlook.com" userId="ae6818def4d35aa2" providerId="LiveId" clId="{CFB00AFA-2921-4853-BC51-A865647449C4}" dt="2026-02-16T09:16:49.172" v="852" actId="20577"/>
          <ac:spMkLst>
            <pc:docMk/>
            <pc:sldMk cId="3692727412" sldId="279"/>
            <ac:spMk id="2" creationId="{3E75B137-100B-893E-7D43-07EF98AB0E5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e6818def4d35aa2/Desktop/Riddhi%20Shetty/BDM%20PROJECT/BDM%20PROJECT%20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1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d.docs.live.net/ae6818def4d35aa2/Desktop/Riddhi%20Shetty/BDM%20PROJECT/BDM%20PROJECT%20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536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r>
              <a:rPr lang="en-US" sz="1200" b="1" i="0" baseline="0" dirty="0">
                <a:solidFill>
                  <a:srgbClr val="000536"/>
                </a:solidFill>
                <a:latin typeface="Times New Roman" panose="02020603050405020304" pitchFamily="18" charset="0"/>
              </a:rPr>
              <a:t>ABC-FSN Matrix Chart</a:t>
            </a:r>
          </a:p>
        </c:rich>
      </c:tx>
      <c:layout>
        <c:manualLayout>
          <c:xMode val="edge"/>
          <c:yMode val="edge"/>
          <c:x val="0.28687715590001028"/>
          <c:y val="2.79725663447699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536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859453667415269"/>
          <c:y val="0.16523784649578821"/>
          <c:w val="0.77039382330060036"/>
          <c:h val="0.530834376832057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'Analysis I'!$O$4</c:f>
              <c:strCache>
                <c:ptCount val="1"/>
                <c:pt idx="0">
                  <c:v>F(Fast Moving Items)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'Analysis I'!$N$5:$N$7</c:f>
              <c:strCache>
                <c:ptCount val="3"/>
                <c:pt idx="0">
                  <c:v>CLASS A</c:v>
                </c:pt>
                <c:pt idx="1">
                  <c:v>CLASS B</c:v>
                </c:pt>
                <c:pt idx="2">
                  <c:v>CLASS C</c:v>
                </c:pt>
              </c:strCache>
            </c:strRef>
          </c:cat>
          <c:val>
            <c:numRef>
              <c:f>'Analysis I'!$O$5:$O$7</c:f>
              <c:numCache>
                <c:formatCode>General</c:formatCode>
                <c:ptCount val="3"/>
                <c:pt idx="0">
                  <c:v>4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B-4FA5-AB56-1D3758D99E59}"/>
            </c:ext>
          </c:extLst>
        </c:ser>
        <c:ser>
          <c:idx val="1"/>
          <c:order val="1"/>
          <c:tx>
            <c:strRef>
              <c:f>'Analysis I'!$P$4</c:f>
              <c:strCache>
                <c:ptCount val="1"/>
                <c:pt idx="0">
                  <c:v>S(Slow Moving Items)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'Analysis I'!$N$5:$N$7</c:f>
              <c:strCache>
                <c:ptCount val="3"/>
                <c:pt idx="0">
                  <c:v>CLASS A</c:v>
                </c:pt>
                <c:pt idx="1">
                  <c:v>CLASS B</c:v>
                </c:pt>
                <c:pt idx="2">
                  <c:v>CLASS C</c:v>
                </c:pt>
              </c:strCache>
            </c:strRef>
          </c:cat>
          <c:val>
            <c:numRef>
              <c:f>'Analysis I'!$P$5:$P$7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9B-4FA5-AB56-1D3758D99E59}"/>
            </c:ext>
          </c:extLst>
        </c:ser>
        <c:ser>
          <c:idx val="2"/>
          <c:order val="2"/>
          <c:tx>
            <c:strRef>
              <c:f>'Analysis I'!$Q$4</c:f>
              <c:strCache>
                <c:ptCount val="1"/>
                <c:pt idx="0">
                  <c:v>N(Non-Moving items)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'Analysis I'!$N$5:$N$7</c:f>
              <c:strCache>
                <c:ptCount val="3"/>
                <c:pt idx="0">
                  <c:v>CLASS A</c:v>
                </c:pt>
                <c:pt idx="1">
                  <c:v>CLASS B</c:v>
                </c:pt>
                <c:pt idx="2">
                  <c:v>CLASS C</c:v>
                </c:pt>
              </c:strCache>
            </c:strRef>
          </c:cat>
          <c:val>
            <c:numRef>
              <c:f>'Analysis I'!$Q$5:$Q$7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9B-4FA5-AB56-1D3758D99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9724000"/>
        <c:axId val="529723040"/>
      </c:barChart>
      <c:catAx>
        <c:axId val="5297240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0536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800" b="1" i="0" u="none" strike="noStrike" baseline="0" dirty="0">
                    <a:solidFill>
                      <a:srgbClr val="00053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 Class</a:t>
                </a:r>
                <a:endParaRPr lang="en-IN" sz="800" b="1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.4755550662732837"/>
              <c:y val="0.899608558062475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rgbClr val="000536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BEBEB">
                <a:lumMod val="1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53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9723040"/>
        <c:crosses val="autoZero"/>
        <c:auto val="1"/>
        <c:lblAlgn val="ctr"/>
        <c:lblOffset val="100"/>
        <c:noMultiLvlLbl val="0"/>
      </c:catAx>
      <c:valAx>
        <c:axId val="5297230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0536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900" b="1" i="0" u="none" strike="noStrike" baseline="0" dirty="0">
                    <a:solidFill>
                      <a:srgbClr val="00053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 of Categories</a:t>
                </a:r>
                <a:endParaRPr lang="en-IN" sz="900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4.9894168244601994E-2"/>
              <c:y val="0.200335587649850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00536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53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9724000"/>
        <c:crosses val="autoZero"/>
        <c:crossBetween val="between"/>
      </c:valAx>
      <c:spPr>
        <a:noFill/>
        <a:ln>
          <a:solidFill>
            <a:srgbClr val="EBEBEB">
              <a:lumMod val="10000"/>
            </a:srgbClr>
          </a:solidFill>
        </a:ln>
        <a:effectLst/>
      </c:spPr>
    </c:plotArea>
    <c:legend>
      <c:legendPos val="b"/>
      <c:layout>
        <c:manualLayout>
          <c:xMode val="edge"/>
          <c:yMode val="edge"/>
          <c:x val="8.7283162329179306E-2"/>
          <c:y val="0.7821857238492772"/>
          <c:w val="0.9"/>
          <c:h val="8.35633366819365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536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9050">
      <a:solidFill>
        <a:srgbClr val="000536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800" b="0" i="0" u="none" strike="noStrike" kern="1200" spc="0" baseline="0">
                <a:solidFill>
                  <a:srgbClr val="00053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800" b="1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7-Day Moving Average of Daily Revenue </a:t>
            </a:r>
            <a:endParaRPr lang="en-IN" sz="800" dirty="0">
              <a:solidFill>
                <a:srgbClr val="0005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868974081671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800" b="0" i="0" u="none" strike="noStrike" kern="1200" spc="0" baseline="0">
              <a:solidFill>
                <a:srgbClr val="000536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3328930770425246"/>
          <c:y val="9.3949697056277787E-2"/>
          <c:w val="0.84624403106405677"/>
          <c:h val="0.64496851035468838"/>
        </c:manualLayout>
      </c:layout>
      <c:lineChart>
        <c:grouping val="standard"/>
        <c:varyColors val="0"/>
        <c:ser>
          <c:idx val="0"/>
          <c:order val="0"/>
          <c:tx>
            <c:strRef>
              <c:f>'Daily Revenue analysis '!$Q$6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numRef>
              <c:f>'Daily Revenue analysis '!$P$7:$P$30</c:f>
              <c:numCache>
                <c:formatCode>m/d/yyyy</c:formatCode>
                <c:ptCount val="24"/>
                <c:pt idx="0">
                  <c:v>45937</c:v>
                </c:pt>
                <c:pt idx="1">
                  <c:v>45938</c:v>
                </c:pt>
                <c:pt idx="2">
                  <c:v>45939</c:v>
                </c:pt>
                <c:pt idx="3">
                  <c:v>45940</c:v>
                </c:pt>
                <c:pt idx="4">
                  <c:v>45941</c:v>
                </c:pt>
                <c:pt idx="5">
                  <c:v>45942</c:v>
                </c:pt>
                <c:pt idx="6">
                  <c:v>45943</c:v>
                </c:pt>
                <c:pt idx="7">
                  <c:v>45944</c:v>
                </c:pt>
                <c:pt idx="8">
                  <c:v>45945</c:v>
                </c:pt>
                <c:pt idx="9">
                  <c:v>45946</c:v>
                </c:pt>
                <c:pt idx="10">
                  <c:v>45947</c:v>
                </c:pt>
                <c:pt idx="11">
                  <c:v>45948</c:v>
                </c:pt>
                <c:pt idx="12">
                  <c:v>45949</c:v>
                </c:pt>
                <c:pt idx="13">
                  <c:v>45950</c:v>
                </c:pt>
                <c:pt idx="14">
                  <c:v>45951</c:v>
                </c:pt>
                <c:pt idx="15">
                  <c:v>45952</c:v>
                </c:pt>
                <c:pt idx="16">
                  <c:v>45953</c:v>
                </c:pt>
                <c:pt idx="17">
                  <c:v>45954</c:v>
                </c:pt>
                <c:pt idx="18">
                  <c:v>45955</c:v>
                </c:pt>
                <c:pt idx="19">
                  <c:v>45956</c:v>
                </c:pt>
                <c:pt idx="20">
                  <c:v>45957</c:v>
                </c:pt>
                <c:pt idx="21">
                  <c:v>45958</c:v>
                </c:pt>
                <c:pt idx="22">
                  <c:v>45959</c:v>
                </c:pt>
                <c:pt idx="23">
                  <c:v>45960</c:v>
                </c:pt>
              </c:numCache>
            </c:numRef>
          </c:cat>
          <c:val>
            <c:numRef>
              <c:f>'Daily Revenue analysis '!$Q$7:$Q$30</c:f>
              <c:numCache>
                <c:formatCode>"₹"\ #,##0.00</c:formatCode>
                <c:ptCount val="24"/>
                <c:pt idx="0">
                  <c:v>1195.1597402597413</c:v>
                </c:pt>
                <c:pt idx="1">
                  <c:v>1251.0137662337672</c:v>
                </c:pt>
                <c:pt idx="2">
                  <c:v>1167.94103896104</c:v>
                </c:pt>
                <c:pt idx="3">
                  <c:v>1034.5792207792217</c:v>
                </c:pt>
                <c:pt idx="4">
                  <c:v>1012.0067532467541</c:v>
                </c:pt>
                <c:pt idx="5">
                  <c:v>1008.1705194805203</c:v>
                </c:pt>
                <c:pt idx="6">
                  <c:v>914.06233766233834</c:v>
                </c:pt>
                <c:pt idx="7">
                  <c:v>935.4858441558448</c:v>
                </c:pt>
                <c:pt idx="8">
                  <c:v>729.01987012987058</c:v>
                </c:pt>
                <c:pt idx="9">
                  <c:v>1045.6370129870136</c:v>
                </c:pt>
                <c:pt idx="10">
                  <c:v>1283.1446753246762</c:v>
                </c:pt>
                <c:pt idx="11">
                  <c:v>1352.9427272727282</c:v>
                </c:pt>
                <c:pt idx="12">
                  <c:v>1376.4975324675336</c:v>
                </c:pt>
                <c:pt idx="13">
                  <c:v>1317.1446753246764</c:v>
                </c:pt>
                <c:pt idx="14">
                  <c:v>1403.3746753246764</c:v>
                </c:pt>
                <c:pt idx="15">
                  <c:v>1441.4277922077931</c:v>
                </c:pt>
                <c:pt idx="16">
                  <c:v>1080.4744155844164</c:v>
                </c:pt>
                <c:pt idx="17">
                  <c:v>908.08649350649432</c:v>
                </c:pt>
                <c:pt idx="18">
                  <c:v>887.21831168831238</c:v>
                </c:pt>
                <c:pt idx="19">
                  <c:v>895.9112987012993</c:v>
                </c:pt>
                <c:pt idx="20">
                  <c:v>1112.7900000000009</c:v>
                </c:pt>
                <c:pt idx="21">
                  <c:v>1306.7328571428582</c:v>
                </c:pt>
                <c:pt idx="22">
                  <c:v>1327.0032467532478</c:v>
                </c:pt>
                <c:pt idx="23">
                  <c:v>1485.3315584415598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94-4F95-AD8D-5249CFF79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9836783"/>
        <c:axId val="669838223"/>
      </c:lineChart>
      <c:dateAx>
        <c:axId val="6698367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536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00" b="1" i="0" u="none" strike="noStrike" baseline="0" dirty="0">
                    <a:solidFill>
                      <a:srgbClr val="00053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Date of Sale</a:t>
                </a:r>
                <a:endParaRPr lang="en-IN" sz="1000" b="1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.44176854184302311"/>
              <c:y val="0.902189490560651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536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669838223"/>
        <c:crosses val="autoZero"/>
        <c:auto val="1"/>
        <c:lblOffset val="100"/>
        <c:baseTimeUnit val="days"/>
        <c:majorUnit val="1"/>
        <c:majorTimeUnit val="days"/>
      </c:dateAx>
      <c:valAx>
        <c:axId val="6698382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rgbClr val="000536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800" b="1" i="0" u="none" strike="noStrike" baseline="0" dirty="0">
                    <a:solidFill>
                      <a:srgbClr val="00053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7-Day Average Revenue (₹)</a:t>
                </a:r>
                <a:endParaRPr lang="en-IN" sz="800" b="1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1" i="0" u="none" strike="noStrike" kern="1200" baseline="0">
                  <a:solidFill>
                    <a:srgbClr val="000536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&quot;₹&quot;\ 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53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669836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939874893687054"/>
          <c:y val="0.62544071554590008"/>
          <c:w val="9.4921808554418508E-2"/>
          <c:h val="6.07090033188222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000536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rgbClr val="00053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00" b="1" i="0" u="none" strike="noStrike" kern="1200" spc="0" baseline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Risk vs Revenue Contribution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'Expiry products Analysis'!$S$4</c:f>
              <c:strCache>
                <c:ptCount val="1"/>
                <c:pt idx="0">
                  <c:v>Revenue Generated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'Expiry products Analysis'!$R$5:$R$14</c:f>
              <c:strCache>
                <c:ptCount val="10"/>
                <c:pt idx="0">
                  <c:v>Anti-microbial</c:v>
                </c:pt>
                <c:pt idx="1">
                  <c:v>Cardiovascular</c:v>
                </c:pt>
                <c:pt idx="2">
                  <c:v>Cold/Cough</c:v>
                </c:pt>
                <c:pt idx="3">
                  <c:v>Diabetes</c:v>
                </c:pt>
                <c:pt idx="4">
                  <c:v>Pain Relief</c:v>
                </c:pt>
                <c:pt idx="5">
                  <c:v>Skincare</c:v>
                </c:pt>
                <c:pt idx="6">
                  <c:v>Sunscreen</c:v>
                </c:pt>
                <c:pt idx="7">
                  <c:v>Vitamins/Minerals</c:v>
                </c:pt>
                <c:pt idx="8">
                  <c:v>Immunosuppressant</c:v>
                </c:pt>
                <c:pt idx="9">
                  <c:v>Gastro Tabs</c:v>
                </c:pt>
              </c:strCache>
            </c:strRef>
          </c:cat>
          <c:val>
            <c:numRef>
              <c:f>'Expiry products Analysis'!$S$5:$S$14</c:f>
              <c:numCache>
                <c:formatCode>0.00</c:formatCode>
                <c:ptCount val="10"/>
                <c:pt idx="0">
                  <c:v>87656.090000000026</c:v>
                </c:pt>
                <c:pt idx="1">
                  <c:v>20768.130000000005</c:v>
                </c:pt>
                <c:pt idx="2">
                  <c:v>7530.95</c:v>
                </c:pt>
                <c:pt idx="3">
                  <c:v>12331.55</c:v>
                </c:pt>
                <c:pt idx="4">
                  <c:v>25688.449999999997</c:v>
                </c:pt>
                <c:pt idx="5">
                  <c:v>130075.74999999999</c:v>
                </c:pt>
                <c:pt idx="6">
                  <c:v>13624.100000000002</c:v>
                </c:pt>
                <c:pt idx="7">
                  <c:v>27297.650000000009</c:v>
                </c:pt>
                <c:pt idx="8">
                  <c:v>1722.8200000000002</c:v>
                </c:pt>
                <c:pt idx="9">
                  <c:v>11714.390000000001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8-473B-82F4-8E2B19D93E3A}"/>
            </c:ext>
          </c:extLst>
        </c:ser>
        <c:ser>
          <c:idx val="1"/>
          <c:order val="1"/>
          <c:tx>
            <c:strRef>
              <c:f>'Expiry products Analysis'!$T$4</c:f>
              <c:strCache>
                <c:ptCount val="1"/>
                <c:pt idx="0">
                  <c:v>Loss Incurred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'Expiry products Analysis'!$R$5:$R$14</c:f>
              <c:strCache>
                <c:ptCount val="10"/>
                <c:pt idx="0">
                  <c:v>Anti-microbial</c:v>
                </c:pt>
                <c:pt idx="1">
                  <c:v>Cardiovascular</c:v>
                </c:pt>
                <c:pt idx="2">
                  <c:v>Cold/Cough</c:v>
                </c:pt>
                <c:pt idx="3">
                  <c:v>Diabetes</c:v>
                </c:pt>
                <c:pt idx="4">
                  <c:v>Pain Relief</c:v>
                </c:pt>
                <c:pt idx="5">
                  <c:v>Skincare</c:v>
                </c:pt>
                <c:pt idx="6">
                  <c:v>Sunscreen</c:v>
                </c:pt>
                <c:pt idx="7">
                  <c:v>Vitamins/Minerals</c:v>
                </c:pt>
                <c:pt idx="8">
                  <c:v>Immunosuppressant</c:v>
                </c:pt>
                <c:pt idx="9">
                  <c:v>Gastro Tabs</c:v>
                </c:pt>
              </c:strCache>
            </c:strRef>
          </c:cat>
          <c:val>
            <c:numRef>
              <c:f>'Expiry products Analysis'!$T$5:$T$14</c:f>
              <c:numCache>
                <c:formatCode>0.00</c:formatCode>
                <c:ptCount val="10"/>
                <c:pt idx="0">
                  <c:v>4379.7</c:v>
                </c:pt>
                <c:pt idx="1">
                  <c:v>7096.3</c:v>
                </c:pt>
                <c:pt idx="2">
                  <c:v>2006.25</c:v>
                </c:pt>
                <c:pt idx="3">
                  <c:v>7284</c:v>
                </c:pt>
                <c:pt idx="4">
                  <c:v>11063.169999999998</c:v>
                </c:pt>
                <c:pt idx="5">
                  <c:v>11404.88</c:v>
                </c:pt>
                <c:pt idx="6">
                  <c:v>6800</c:v>
                </c:pt>
                <c:pt idx="7">
                  <c:v>4800</c:v>
                </c:pt>
                <c:pt idx="8">
                  <c:v>41434.28</c:v>
                </c:pt>
                <c:pt idx="9">
                  <c:v>1188.8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8-473B-82F4-8E2B19D93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6980143"/>
        <c:axId val="966984463"/>
      </c:lineChart>
      <c:catAx>
        <c:axId val="966980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800" b="1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Categories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defRPr>
            </a:pPr>
            <a:endParaRPr lang="en-US"/>
          </a:p>
        </c:txPr>
        <c:crossAx val="966984463"/>
        <c:crosses val="autoZero"/>
        <c:auto val="1"/>
        <c:lblAlgn val="ctr"/>
        <c:lblOffset val="100"/>
        <c:noMultiLvlLbl val="0"/>
      </c:catAx>
      <c:valAx>
        <c:axId val="966984463"/>
        <c:scaling>
          <c:orientation val="minMax"/>
        </c:scaling>
        <c:delete val="0"/>
        <c:axPos val="l"/>
        <c:majorGridlines>
          <c:spPr>
            <a:ln w="190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8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Revenue Generated/ Loss Incurred (₹)</a:t>
                </a:r>
              </a:p>
            </c:rich>
          </c:tx>
          <c:layout>
            <c:manualLayout>
              <c:xMode val="edge"/>
              <c:yMode val="edge"/>
              <c:x val="3.8094188904638004E-2"/>
              <c:y val="0.115804385201070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698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rgbClr val="000536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'[BDM PROJECT DATASET.xlsx]Categorical Sales Value'!$K$39:$K$52</cx:f>
        <cx:lvl ptCount="14">
          <cx:pt idx="0">Anti-microbial</cx:pt>
          <cx:pt idx="1">Baby Care</cx:pt>
          <cx:pt idx="2">Body Care</cx:pt>
          <cx:pt idx="3">Cardiovascular</cx:pt>
          <cx:pt idx="4">Cold/Cough</cx:pt>
          <cx:pt idx="5">Diabetes</cx:pt>
          <cx:pt idx="6">First Aid</cx:pt>
          <cx:pt idx="7">Gastro Tabs</cx:pt>
          <cx:pt idx="8">Immunosuppressant</cx:pt>
          <cx:pt idx="9">Pain Relief</cx:pt>
          <cx:pt idx="10">Respiratory</cx:pt>
          <cx:pt idx="11">Skincare</cx:pt>
          <cx:pt idx="12">Sunscreen</cx:pt>
          <cx:pt idx="13">Vitamins/Minerals</cx:pt>
        </cx:lvl>
      </cx:strDim>
      <cx:numDim type="val">
        <cx:f>'[BDM PROJECT DATASET.xlsx]Categorical Sales Value'!$L$39:$L$52</cx:f>
        <cx:lvl ptCount="14" formatCode="0.00">
          <cx:pt idx="0">8054.0290909090972</cx:pt>
          <cx:pt idx="1">227.65909090909102</cx:pt>
          <cx:pt idx="2">6109.3527272727351</cx:pt>
          <cx:pt idx="3">2008.3809090909103</cx:pt>
          <cx:pt idx="4">672.40090909091009</cx:pt>
          <cx:pt idx="5">1103.5072727272736</cx:pt>
          <cx:pt idx="6">286.96545454545475</cx:pt>
          <cx:pt idx="7">1044.4281818181826</cx:pt>
          <cx:pt idx="8">153.77727272727282</cx:pt>
          <cx:pt idx="9">1942.8609090909108</cx:pt>
          <cx:pt idx="10">1016.7790909090915</cx:pt>
          <cx:pt idx="11">10298.005454545459</cx:pt>
          <cx:pt idx="12">1133.5654545454554</cx:pt>
          <cx:pt idx="13">2455.6400000000021</cx:pt>
        </cx:lvl>
      </cx:numDim>
    </cx:data>
    <cx:data id="1">
      <cx:strDim type="cat">
        <cx:f>'[BDM PROJECT DATASET.xlsx]Categorical Sales Value'!$K$39:$K$52</cx:f>
        <cx:lvl ptCount="14">
          <cx:pt idx="0">Anti-microbial</cx:pt>
          <cx:pt idx="1">Baby Care</cx:pt>
          <cx:pt idx="2">Body Care</cx:pt>
          <cx:pt idx="3">Cardiovascular</cx:pt>
          <cx:pt idx="4">Cold/Cough</cx:pt>
          <cx:pt idx="5">Diabetes</cx:pt>
          <cx:pt idx="6">First Aid</cx:pt>
          <cx:pt idx="7">Gastro Tabs</cx:pt>
          <cx:pt idx="8">Immunosuppressant</cx:pt>
          <cx:pt idx="9">Pain Relief</cx:pt>
          <cx:pt idx="10">Respiratory</cx:pt>
          <cx:pt idx="11">Skincare</cx:pt>
          <cx:pt idx="12">Sunscreen</cx:pt>
          <cx:pt idx="13">Vitamins/Minerals</cx:pt>
        </cx:lvl>
      </cx:strDim>
      <cx:numDim type="val">
        <cx:f>'[BDM PROJECT DATASET.xlsx]Categorical Sales Value'!$M$39:$M$52</cx:f>
        <cx:lvl ptCount="14" formatCode="0.00%">
          <cx:pt idx="0">0.22061389527842801</cx:pt>
          <cx:pt idx="1">0.0062359793184371543</cx:pt>
          <cx:pt idx="2">0.16734582003370838</cx:pt>
          <cx:pt idx="3">0.055013053784160583</cx:pt>
          <cx:pt idx="4">0.018418232920308194</cx:pt>
          <cx:pt idx="5">0.03022698765506435</cx:pt>
          <cx:pt idx="6">0.0078604839916801821</cx:pt>
          <cx:pt idx="7">0.028608708377966311</cx:pt>
          <cx:pt idx="8">0.0042122275396235878</cx:pt>
          <cx:pt idx="9">0.053218346780313522</cx:pt>
          <cx:pt idx="10">0.02785135158455132</cx:pt>
          <cx:pt idx="11">0.28208031921440874</cx:pt>
          <cx:pt idx="12">0.031050333647616234</cx:pt>
          <cx:pt idx="13">0.067264259873733537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800">
                <a:solidFill>
                  <a:schemeClr val="tx1"/>
                </a:solidFill>
              </a:defRPr>
            </a:pPr>
            <a:r>
              <a:rPr lang="en-US" sz="800" b="1" i="0" u="none" strike="noStrike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Pareto Analysis of Category-wise Value Contribution</a:t>
            </a:r>
            <a:endParaRPr lang="en-US" sz="800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rich>
      </cx:tx>
    </cx:title>
    <cx:plotArea>
      <cx:plotAreaRegion>
        <cx:plotSurface>
          <cx:spPr>
            <a:ln>
              <a:solidFill>
                <a:schemeClr val="bg1">
                  <a:lumMod val="75000"/>
                </a:schemeClr>
              </a:solidFill>
            </a:ln>
          </cx:spPr>
        </cx:plotSurface>
        <cx:series layoutId="clusteredColumn" uniqueId="{6978BD61-01EE-405A-B1D2-413450F16F5A}" formatIdx="0">
          <cx:tx>
            <cx:txData>
              <cx:f>'[BDM PROJECT DATASET.xlsx]Categorical Sales Value'!$L$38</cx:f>
              <cx:v>Profit</cx:v>
            </cx:txData>
          </cx:tx>
          <cx:spPr>
            <a:solidFill>
              <a:srgbClr val="D65D32"/>
            </a:solidFill>
          </cx:spPr>
          <cx:dataId val="0"/>
          <cx:layoutPr>
            <cx:aggregation/>
          </cx:layoutPr>
          <cx:axisId val="1"/>
        </cx:series>
        <cx:series layoutId="paretoLine" ownerIdx="0" uniqueId="{0AAFE365-D768-49BB-8ED3-3350FA32C6AC}" formatIdx="1">
          <cx:spPr>
            <a:solidFill>
              <a:schemeClr val="bg1">
                <a:lumMod val="10000"/>
              </a:schemeClr>
            </a:solidFill>
            <a:ln>
              <a:solidFill>
                <a:schemeClr val="bg1">
                  <a:lumMod val="10000"/>
                </a:schemeClr>
              </a:solidFill>
            </a:ln>
          </cx:spPr>
          <cx:axisId val="2"/>
        </cx:series>
        <cx:series layoutId="clusteredColumn" hidden="1" uniqueId="{3973F35F-B3D7-4721-8990-D2DFEE03A6DD}" formatIdx="2">
          <cx:tx>
            <cx:txData>
              <cx:v>Cummulative  %</cx:v>
            </cx:txData>
          </cx:tx>
          <cx:dataId val="1"/>
          <cx:layoutPr>
            <cx:aggregation/>
          </cx:layoutPr>
          <cx:axisId val="1"/>
        </cx:series>
        <cx:series layoutId="paretoLine" ownerIdx="2" uniqueId="{FD24027D-323B-4D97-A469-3BAFEEF9FC29}" formatIdx="3">
          <cx:axisId val="2"/>
        </cx:series>
      </cx:plotAreaRegion>
      <cx:axis id="0">
        <cx:catScaling gapWidth="1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/>
                </a:pPr>
                <a:r>
                  <a:rPr lang="en-IN" sz="8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 Categories</a:t>
                </a:r>
                <a:endParaRPr lang="en-US" sz="800" b="1" i="0" u="none" strike="noStrike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x:rich>
          </cx:tx>
        </cx:title>
        <cx:tickLabels/>
        <cx:spPr>
          <a:ln>
            <a:solidFill>
              <a:schemeClr val="tx1">
                <a:lumMod val="95000"/>
                <a:lumOff val="5000"/>
              </a:schemeClr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550" b="1" i="0">
                <a:solidFill>
                  <a:sysClr val="windowText" lastClr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 sz="550" b="1" i="0" u="none" strike="noStrike" baseline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txPr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/>
                </a:pPr>
                <a:r>
                  <a:rPr lang="en-IN" sz="8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Profit (₹)</a:t>
                </a:r>
                <a:endParaRPr lang="en-US" sz="800" b="1" i="0" u="none" strike="noStrike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x:rich>
          </cx:tx>
        </cx:title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600">
                <a:solidFill>
                  <a:sysClr val="windowText" lastClr="000000"/>
                </a:solidFill>
              </a:defRPr>
            </a:pPr>
            <a:endParaRPr lang="en-US" sz="600" b="0" i="0" u="none" strike="noStrike" baseline="0">
              <a:solidFill>
                <a:sysClr val="windowText" lastClr="000000"/>
              </a:solidFill>
              <a:latin typeface="Calibri" panose="020F0502020204030204"/>
            </a:endParaRPr>
          </a:p>
        </cx:txPr>
      </cx:axis>
      <cx:axis id="2">
        <cx:valScaling max="1" min="0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IN" sz="8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Cumulative Profit Percentage (%)</a:t>
                </a:r>
                <a:endParaRPr lang="en-US" sz="800" b="1" i="0" u="none" strike="noStrike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x:rich>
          </cx:tx>
        </cx:title>
        <cx:units unit="percentage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 b="0">
                <a:solidFill>
                  <a:sysClr val="windowText" lastClr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 sz="700" b="0" i="0" u="none" strike="noStrike" baseline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txPr>
      </cx:axis>
    </cx:plotArea>
  </cx:chart>
  <cx:spPr>
    <a:ln w="19050">
      <a:solidFill>
        <a:srgbClr val="000536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7549fe154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7549fe154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140bdee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140bdee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1258269c9b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1258269c9b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3F460106-B8C7-42DA-35E2-362A2C85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58269c9b_0_103:notes">
            <a:extLst>
              <a:ext uri="{FF2B5EF4-FFF2-40B4-BE49-F238E27FC236}">
                <a16:creationId xmlns:a16="http://schemas.microsoft.com/office/drawing/2014/main" id="{49B8BDC8-04FC-0B2B-E564-3F2B5426B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1258269c9b_0_103:notes">
            <a:extLst>
              <a:ext uri="{FF2B5EF4-FFF2-40B4-BE49-F238E27FC236}">
                <a16:creationId xmlns:a16="http://schemas.microsoft.com/office/drawing/2014/main" id="{A1EEFBB1-0480-F464-6D44-2FCC7CB61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7773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3A1D4BFF-75F9-CBBB-0762-01C86BFD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6145BD0F-59BA-E712-BE07-9B8772C70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568CAD8E-B872-051C-3024-BCFB385EF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9740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105afc42a3_1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105afc42a3_1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5" name="Google Shape;45;p5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4923250" y="2421751"/>
            <a:ext cx="25056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1715375" y="2421750"/>
            <a:ext cx="25056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1715375" y="17718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4923250" y="17719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5304925" y="681375"/>
            <a:ext cx="3123900" cy="3780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4" name="Google Shape;74;p7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6" name="Google Shape;86;p8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720000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3419275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6118550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720000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3419275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5"/>
          </p:nvPr>
        </p:nvSpPr>
        <p:spPr>
          <a:xfrm>
            <a:off x="6118550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1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2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3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4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5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6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1"/>
          </p:nvPr>
        </p:nvSpPr>
        <p:spPr>
          <a:xfrm>
            <a:off x="1163725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2"/>
          </p:nvPr>
        </p:nvSpPr>
        <p:spPr>
          <a:xfrm>
            <a:off x="1163726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3"/>
          </p:nvPr>
        </p:nvSpPr>
        <p:spPr>
          <a:xfrm>
            <a:off x="5013252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4"/>
          </p:nvPr>
        </p:nvSpPr>
        <p:spPr>
          <a:xfrm>
            <a:off x="1163726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5"/>
          </p:nvPr>
        </p:nvSpPr>
        <p:spPr>
          <a:xfrm>
            <a:off x="5013252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6"/>
          </p:nvPr>
        </p:nvSpPr>
        <p:spPr>
          <a:xfrm>
            <a:off x="1163725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subTitle" idx="7"/>
          </p:nvPr>
        </p:nvSpPr>
        <p:spPr>
          <a:xfrm>
            <a:off x="5013250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8"/>
          </p:nvPr>
        </p:nvSpPr>
        <p:spPr>
          <a:xfrm>
            <a:off x="5013250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45" name="Google Shape;245;p20"/>
          <p:cNvGrpSpPr/>
          <p:nvPr/>
        </p:nvGrpSpPr>
        <p:grpSpPr>
          <a:xfrm rot="5400000">
            <a:off x="8589425" y="202025"/>
            <a:ext cx="394125" cy="271800"/>
            <a:chOff x="215225" y="4734875"/>
            <a:chExt cx="394125" cy="271800"/>
          </a:xfrm>
        </p:grpSpPr>
        <p:sp>
          <p:nvSpPr>
            <p:cNvPr id="246" name="Google Shape;246;p20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0" y="-8275"/>
            <a:ext cx="9201825" cy="5153700"/>
            <a:chOff x="0" y="-8275"/>
            <a:chExt cx="9201825" cy="51537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0" y="4897525"/>
              <a:ext cx="9201825" cy="0"/>
              <a:chOff x="0" y="4897525"/>
              <a:chExt cx="9201825" cy="0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4897525"/>
                <a:ext cx="844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>
                <a:off x="8428125" y="4897525"/>
                <a:ext cx="773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52" name="Google Shape;252;p20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1"/>
          <p:cNvSpPr txBox="1">
            <a:spLocks noGrp="1"/>
          </p:cNvSpPr>
          <p:nvPr>
            <p:ph type="subTitle" idx="1"/>
          </p:nvPr>
        </p:nvSpPr>
        <p:spPr>
          <a:xfrm>
            <a:off x="720000" y="1756186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subTitle" idx="2"/>
          </p:nvPr>
        </p:nvSpPr>
        <p:spPr>
          <a:xfrm>
            <a:off x="3579000" y="1756186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ubTitle" idx="3"/>
          </p:nvPr>
        </p:nvSpPr>
        <p:spPr>
          <a:xfrm>
            <a:off x="720000" y="3504500"/>
            <a:ext cx="1993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4"/>
          </p:nvPr>
        </p:nvSpPr>
        <p:spPr>
          <a:xfrm>
            <a:off x="3579000" y="3504500"/>
            <a:ext cx="19782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5"/>
          </p:nvPr>
        </p:nvSpPr>
        <p:spPr>
          <a:xfrm>
            <a:off x="6437997" y="1756186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6"/>
          </p:nvPr>
        </p:nvSpPr>
        <p:spPr>
          <a:xfrm>
            <a:off x="6438000" y="35045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7"/>
          </p:nvPr>
        </p:nvSpPr>
        <p:spPr>
          <a:xfrm>
            <a:off x="723900" y="1230275"/>
            <a:ext cx="198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8"/>
          </p:nvPr>
        </p:nvSpPr>
        <p:spPr>
          <a:xfrm>
            <a:off x="3582900" y="1230275"/>
            <a:ext cx="198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9"/>
          </p:nvPr>
        </p:nvSpPr>
        <p:spPr>
          <a:xfrm>
            <a:off x="6441900" y="1230275"/>
            <a:ext cx="198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13"/>
          </p:nvPr>
        </p:nvSpPr>
        <p:spPr>
          <a:xfrm>
            <a:off x="723900" y="2978600"/>
            <a:ext cx="198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14"/>
          </p:nvPr>
        </p:nvSpPr>
        <p:spPr>
          <a:xfrm>
            <a:off x="3582900" y="2978600"/>
            <a:ext cx="198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15"/>
          </p:nvPr>
        </p:nvSpPr>
        <p:spPr>
          <a:xfrm>
            <a:off x="6441900" y="2978600"/>
            <a:ext cx="19860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9" name="Google Shape;269;p21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70" name="Google Shape;270;p2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73" name="Google Shape;273;p21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6" name="Google Shape;276;p21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0" y="0"/>
            <a:ext cx="4153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3" name="Google Shape;303;p24"/>
          <p:cNvGrpSpPr/>
          <p:nvPr/>
        </p:nvGrpSpPr>
        <p:grpSpPr>
          <a:xfrm>
            <a:off x="-44825" y="535513"/>
            <a:ext cx="9247000" cy="13"/>
            <a:chOff x="-44825" y="535513"/>
            <a:chExt cx="9247000" cy="13"/>
          </a:xfrm>
        </p:grpSpPr>
        <p:cxnSp>
          <p:nvCxnSpPr>
            <p:cNvPr id="304" name="Google Shape;304;p24"/>
            <p:cNvCxnSpPr/>
            <p:nvPr/>
          </p:nvCxnSpPr>
          <p:spPr>
            <a:xfrm>
              <a:off x="-44825" y="535513"/>
              <a:ext cx="4198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5" name="Google Shape;305;p24"/>
            <p:cNvCxnSpPr/>
            <p:nvPr/>
          </p:nvCxnSpPr>
          <p:spPr>
            <a:xfrm>
              <a:off x="4153775" y="535525"/>
              <a:ext cx="504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6" name="Google Shape;306;p24"/>
          <p:cNvSpPr txBox="1">
            <a:spLocks noGrp="1"/>
          </p:cNvSpPr>
          <p:nvPr>
            <p:ph type="ctrTitle"/>
          </p:nvPr>
        </p:nvSpPr>
        <p:spPr>
          <a:xfrm>
            <a:off x="4915200" y="862150"/>
            <a:ext cx="3513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07" name="Google Shape;307;p24"/>
          <p:cNvSpPr txBox="1">
            <a:spLocks noGrp="1"/>
          </p:cNvSpPr>
          <p:nvPr>
            <p:ph type="subTitle" idx="1"/>
          </p:nvPr>
        </p:nvSpPr>
        <p:spPr>
          <a:xfrm>
            <a:off x="4915275" y="1820675"/>
            <a:ext cx="3513600" cy="9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4915263" y="3329950"/>
            <a:ext cx="351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" sz="1000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includes icons by </a:t>
            </a:r>
            <a:r>
              <a:rPr lang="en" sz="10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infographics &amp; images by </a:t>
            </a:r>
            <a:r>
              <a:rPr lang="en" sz="1000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 dirty="0">
              <a:solidFill>
                <a:schemeClr val="dk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5" r:id="rId9"/>
    <p:sldLayoutId id="2147483666" r:id="rId10"/>
    <p:sldLayoutId id="2147483667" r:id="rId11"/>
    <p:sldLayoutId id="2147483670" r:id="rId12"/>
    <p:sldLayoutId id="2147483671" r:id="rId13"/>
    <p:sldLayoutId id="214748367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microsoft.com/office/2014/relationships/chartEx" Target="../charts/chartEx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0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30"/>
          <p:cNvSpPr txBox="1">
            <a:spLocks noGrp="1"/>
          </p:cNvSpPr>
          <p:nvPr>
            <p:ph type="ctrTitle"/>
          </p:nvPr>
        </p:nvSpPr>
        <p:spPr>
          <a:xfrm>
            <a:off x="453842" y="1000950"/>
            <a:ext cx="7375707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b="1" dirty="0"/>
              <a:t>Evaluation of Inventory and Supply Management in a Retail Pharmacy</a:t>
            </a:r>
            <a:endParaRPr lang="en-IN" sz="3200"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1"/>
          </p:nvPr>
        </p:nvSpPr>
        <p:spPr>
          <a:xfrm>
            <a:off x="4572000" y="3721562"/>
            <a:ext cx="3856800" cy="6463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Riddhi Shetty </a:t>
            </a:r>
            <a:br>
              <a:rPr lang="en" dirty="0"/>
            </a:br>
            <a:r>
              <a:rPr lang="en-US" dirty="0"/>
              <a:t>24f1002603@ds.study.iitm.ac.in</a:t>
            </a:r>
            <a:endParaRPr lang="en-IN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1. Business Background</a:t>
            </a:r>
            <a:endParaRPr b="1" dirty="0"/>
          </a:p>
        </p:txBody>
      </p:sp>
      <p:pic>
        <p:nvPicPr>
          <p:cNvPr id="53" name="Image 6">
            <a:extLst>
              <a:ext uri="{FF2B5EF4-FFF2-40B4-BE49-F238E27FC236}">
                <a16:creationId xmlns:a16="http://schemas.microsoft.com/office/drawing/2014/main" id="{12F20BA8-437A-8928-11FC-74B9D335AAE1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5887" r="3488" b="7933"/>
          <a:stretch>
            <a:fillRect/>
          </a:stretch>
        </p:blipFill>
        <p:spPr>
          <a:xfrm>
            <a:off x="4947555" y="731375"/>
            <a:ext cx="3189151" cy="351535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1ADEA71-9323-9BFE-A8AA-B80EA83FCB95}"/>
              </a:ext>
            </a:extLst>
          </p:cNvPr>
          <p:cNvSpPr txBox="1"/>
          <p:nvPr/>
        </p:nvSpPr>
        <p:spPr>
          <a:xfrm>
            <a:off x="720000" y="1175657"/>
            <a:ext cx="3851999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Bhagavan Medicals is a retail pharmacy independently owned by Mr. Satish P.V, since 2011 in Yelahanka, Bengaluru.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store functions under a B2C model, primarily offering prescription and over-the-counter medicines, with sales recorded manually.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14B9B4-7067-E6CB-2F80-58CC7F9046C7}"/>
              </a:ext>
            </a:extLst>
          </p:cNvPr>
          <p:cNvSpPr txBox="1"/>
          <p:nvPr/>
        </p:nvSpPr>
        <p:spPr>
          <a:xfrm>
            <a:off x="4947556" y="4246735"/>
            <a:ext cx="3189151" cy="2616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1.1: Owner standing in pharmacy in 2025</a:t>
            </a:r>
            <a:endParaRPr lang="en-IN" sz="1100" i="1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 txBox="1">
            <a:spLocks noGrp="1"/>
          </p:cNvSpPr>
          <p:nvPr>
            <p:ph type="title"/>
          </p:nvPr>
        </p:nvSpPr>
        <p:spPr>
          <a:xfrm>
            <a:off x="720000" y="52845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b="1" dirty="0"/>
              <a:t>2. Problem Overview</a:t>
            </a:r>
            <a:endParaRPr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EF575A-0564-AB63-27B6-6F6E3AA75EFF}"/>
              </a:ext>
            </a:extLst>
          </p:cNvPr>
          <p:cNvGrpSpPr/>
          <p:nvPr/>
        </p:nvGrpSpPr>
        <p:grpSpPr>
          <a:xfrm>
            <a:off x="660594" y="1399657"/>
            <a:ext cx="3193200" cy="1281793"/>
            <a:chOff x="339802" y="1420586"/>
            <a:chExt cx="3268812" cy="128179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00C229B-F951-4FAD-A8C4-666A7FB4CF3F}"/>
                </a:ext>
              </a:extLst>
            </p:cNvPr>
            <p:cNvSpPr/>
            <p:nvPr/>
          </p:nvSpPr>
          <p:spPr>
            <a:xfrm>
              <a:off x="857250" y="1420586"/>
              <a:ext cx="2751364" cy="1281793"/>
            </a:xfrm>
            <a:prstGeom prst="roundRect">
              <a:avLst/>
            </a:prstGeom>
            <a:solidFill>
              <a:srgbClr val="CCD2D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Manual Inventory Tracking   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method is time-consuming and prone to errors, leading to avoidable stock losses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5BCAFE9-AF40-486F-9C9F-CF9E9594F9C2}"/>
                </a:ext>
              </a:extLst>
            </p:cNvPr>
            <p:cNvSpPr/>
            <p:nvPr/>
          </p:nvSpPr>
          <p:spPr>
            <a:xfrm>
              <a:off x="339802" y="1729412"/>
              <a:ext cx="664143" cy="664143"/>
            </a:xfrm>
            <a:prstGeom prst="ellipse">
              <a:avLst/>
            </a:prstGeom>
            <a:solidFill>
              <a:srgbClr val="00053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Bodoni MT Black" panose="02070A03080606020203" pitchFamily="18" charset="0"/>
                </a:rPr>
                <a:t>1</a:t>
              </a:r>
              <a:endParaRPr lang="en-IN" sz="2800" dirty="0">
                <a:latin typeface="Bodoni MT Black" panose="02070A03080606020203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5A6EB7-23FB-C40F-32C1-2806FD23959A}"/>
              </a:ext>
            </a:extLst>
          </p:cNvPr>
          <p:cNvGrpSpPr/>
          <p:nvPr/>
        </p:nvGrpSpPr>
        <p:grpSpPr>
          <a:xfrm>
            <a:off x="4842370" y="1399656"/>
            <a:ext cx="3192262" cy="1281793"/>
            <a:chOff x="416352" y="1420586"/>
            <a:chExt cx="3192262" cy="128179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580D227-49AF-319B-C3E8-DB292093D9E3}"/>
                </a:ext>
              </a:extLst>
            </p:cNvPr>
            <p:cNvSpPr/>
            <p:nvPr/>
          </p:nvSpPr>
          <p:spPr>
            <a:xfrm>
              <a:off x="857250" y="1420586"/>
              <a:ext cx="2751364" cy="1281793"/>
            </a:xfrm>
            <a:prstGeom prst="roundRect">
              <a:avLst/>
            </a:prstGeom>
            <a:solidFill>
              <a:srgbClr val="CCD2D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Expiry Loss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Overstocking of medicines resulting in losses up to </a:t>
              </a:r>
              <a:r>
                <a:rPr lang="en-US" b="1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22.97% </a:t>
              </a:r>
              <a:r>
                <a:rPr lang="en-US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 monthly revenue.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2CF5280-67C3-A95A-2F6E-FA8FD30302FD}"/>
                </a:ext>
              </a:extLst>
            </p:cNvPr>
            <p:cNvSpPr/>
            <p:nvPr/>
          </p:nvSpPr>
          <p:spPr>
            <a:xfrm>
              <a:off x="416352" y="1761423"/>
              <a:ext cx="664143" cy="664143"/>
            </a:xfrm>
            <a:prstGeom prst="ellipse">
              <a:avLst/>
            </a:prstGeom>
            <a:solidFill>
              <a:srgbClr val="00053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Bodoni MT Black" panose="02070A03080606020203" pitchFamily="18" charset="0"/>
                </a:rPr>
                <a:t>2</a:t>
              </a:r>
              <a:endParaRPr lang="en-IN" sz="2800" dirty="0">
                <a:latin typeface="Bodoni MT Black" panose="02070A03080606020203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876F59-3A81-E60C-5022-FAC6CC41A672}"/>
              </a:ext>
            </a:extLst>
          </p:cNvPr>
          <p:cNvGrpSpPr/>
          <p:nvPr/>
        </p:nvGrpSpPr>
        <p:grpSpPr>
          <a:xfrm>
            <a:off x="2728421" y="3022286"/>
            <a:ext cx="3193200" cy="1281793"/>
            <a:chOff x="339802" y="1420586"/>
            <a:chExt cx="3268812" cy="128179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7713FA5-8322-C375-E81C-B23F8D114418}"/>
                </a:ext>
              </a:extLst>
            </p:cNvPr>
            <p:cNvSpPr/>
            <p:nvPr/>
          </p:nvSpPr>
          <p:spPr>
            <a:xfrm>
              <a:off x="857250" y="1420586"/>
              <a:ext cx="2751364" cy="1281793"/>
            </a:xfrm>
            <a:prstGeom prst="roundRect">
              <a:avLst/>
            </a:prstGeom>
            <a:solidFill>
              <a:srgbClr val="CCD2D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Experience-led Bias</a:t>
              </a: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solidFill>
                    <a:srgbClr val="0005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Procurement decisions are based on experience rather than observed demand patterns.</a:t>
              </a:r>
              <a:endParaRPr lang="en-IN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E0963C2-FE4A-8E23-CA88-AC3FAA84345D}"/>
                </a:ext>
              </a:extLst>
            </p:cNvPr>
            <p:cNvSpPr/>
            <p:nvPr/>
          </p:nvSpPr>
          <p:spPr>
            <a:xfrm>
              <a:off x="339802" y="1729412"/>
              <a:ext cx="664143" cy="664143"/>
            </a:xfrm>
            <a:prstGeom prst="ellipse">
              <a:avLst/>
            </a:prstGeom>
            <a:solidFill>
              <a:srgbClr val="00053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Bodoni MT Black" panose="02070A03080606020203" pitchFamily="18" charset="0"/>
                </a:rPr>
                <a:t>3</a:t>
              </a:r>
              <a:endParaRPr lang="en-IN" sz="2800" dirty="0">
                <a:latin typeface="Bodoni MT Black" panose="02070A03080606020203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3. Data Scope and Digitization</a:t>
            </a:r>
            <a:endParaRPr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C6FF20-994C-6138-7024-D7C3156A0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38934"/>
              </p:ext>
            </p:extLst>
          </p:nvPr>
        </p:nvGraphicFramePr>
        <p:xfrm>
          <a:off x="964502" y="1983922"/>
          <a:ext cx="3460541" cy="2147205"/>
        </p:xfrm>
        <a:graphic>
          <a:graphicData uri="http://schemas.openxmlformats.org/drawingml/2006/table">
            <a:tbl>
              <a:tblPr firstRow="1" firstCol="1" bandRow="1">
                <a:tableStyleId>{B0D0E649-1543-4FAE-80D8-371C68A8E8AA}</a:tableStyleId>
              </a:tblPr>
              <a:tblGrid>
                <a:gridCol w="1341195">
                  <a:extLst>
                    <a:ext uri="{9D8B030D-6E8A-4147-A177-3AD203B41FA5}">
                      <a16:colId xmlns:a16="http://schemas.microsoft.com/office/drawing/2014/main" val="1325773989"/>
                    </a:ext>
                  </a:extLst>
                </a:gridCol>
                <a:gridCol w="2119346">
                  <a:extLst>
                    <a:ext uri="{9D8B030D-6E8A-4147-A177-3AD203B41FA5}">
                      <a16:colId xmlns:a16="http://schemas.microsoft.com/office/drawing/2014/main" val="508265933"/>
                    </a:ext>
                  </a:extLst>
                </a:gridCol>
              </a:tblGrid>
              <a:tr h="35791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53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522542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period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2025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006017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Sales receipts and Expired products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513821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Level of detail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Item-level transactions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251969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 of Data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Sales Value, Quantity and Expiry information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58507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A2128939-14C6-30AF-E43B-188EE5892A9B}"/>
              </a:ext>
            </a:extLst>
          </p:cNvPr>
          <p:cNvSpPr/>
          <p:nvPr/>
        </p:nvSpPr>
        <p:spPr>
          <a:xfrm>
            <a:off x="4498521" y="3135083"/>
            <a:ext cx="628650" cy="17961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5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4F258DD-ECFB-748E-CD6B-60811600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510117"/>
              </p:ext>
            </p:extLst>
          </p:nvPr>
        </p:nvGraphicFramePr>
        <p:xfrm>
          <a:off x="5200650" y="1983921"/>
          <a:ext cx="3460541" cy="2147205"/>
        </p:xfrm>
        <a:graphic>
          <a:graphicData uri="http://schemas.openxmlformats.org/drawingml/2006/table">
            <a:tbl>
              <a:tblPr firstRow="1" firstCol="1" bandRow="1">
                <a:tableStyleId>{B0D0E649-1543-4FAE-80D8-371C68A8E8AA}</a:tableStyleId>
              </a:tblPr>
              <a:tblGrid>
                <a:gridCol w="1341195">
                  <a:extLst>
                    <a:ext uri="{9D8B030D-6E8A-4147-A177-3AD203B41FA5}">
                      <a16:colId xmlns:a16="http://schemas.microsoft.com/office/drawing/2014/main" val="1325773989"/>
                    </a:ext>
                  </a:extLst>
                </a:gridCol>
                <a:gridCol w="2119346">
                  <a:extLst>
                    <a:ext uri="{9D8B030D-6E8A-4147-A177-3AD203B41FA5}">
                      <a16:colId xmlns:a16="http://schemas.microsoft.com/office/drawing/2014/main" val="508265933"/>
                    </a:ext>
                  </a:extLst>
                </a:gridCol>
              </a:tblGrid>
              <a:tr h="35791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Metrics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53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522542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Sales data points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539 rows and 11 columns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006017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Items grouped into 14-broad categories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513821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Expiry item detail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 product records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251969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approach</a:t>
                      </a:r>
                      <a:endParaRPr lang="en-IN" sz="13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13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ABC, FSN, EOQ and ROP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5850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56CCB9-D867-4DB3-02C0-CDAF768FE9AA}"/>
              </a:ext>
            </a:extLst>
          </p:cNvPr>
          <p:cNvSpPr txBox="1"/>
          <p:nvPr/>
        </p:nvSpPr>
        <p:spPr>
          <a:xfrm>
            <a:off x="1020535" y="1012373"/>
            <a:ext cx="7640656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item-level and manually digitized, enabling category-wise analysis of sales and expiry risk. The scope is short-term but sufficient to identify inventory inefficiencies and demand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4. Analytical Approach</a:t>
            </a:r>
            <a:endParaRPr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6122C8-CE9A-907F-60B0-C1EAE1DF29C1}"/>
              </a:ext>
            </a:extLst>
          </p:cNvPr>
          <p:cNvSpPr/>
          <p:nvPr/>
        </p:nvSpPr>
        <p:spPr>
          <a:xfrm>
            <a:off x="440267" y="1661806"/>
            <a:ext cx="1447800" cy="1336453"/>
          </a:xfrm>
          <a:prstGeom prst="roundRect">
            <a:avLst/>
          </a:prstGeom>
          <a:solidFill>
            <a:srgbClr val="EBEBEB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Expiry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4B77CD-DC39-C933-556B-DB356BA98290}"/>
              </a:ext>
            </a:extLst>
          </p:cNvPr>
          <p:cNvSpPr/>
          <p:nvPr/>
        </p:nvSpPr>
        <p:spPr>
          <a:xfrm>
            <a:off x="2235199" y="1661806"/>
            <a:ext cx="1380066" cy="1332743"/>
          </a:xfrm>
          <a:prstGeom prst="roundRect">
            <a:avLst/>
          </a:prstGeom>
          <a:solidFill>
            <a:schemeClr val="bg1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Categorization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C69262-BB94-719A-76E4-07817891A9A5}"/>
              </a:ext>
            </a:extLst>
          </p:cNvPr>
          <p:cNvSpPr/>
          <p:nvPr/>
        </p:nvSpPr>
        <p:spPr>
          <a:xfrm>
            <a:off x="3962397" y="1661806"/>
            <a:ext cx="1447800" cy="1332743"/>
          </a:xfrm>
          <a:prstGeom prst="roundRect">
            <a:avLst/>
          </a:prstGeom>
          <a:solidFill>
            <a:schemeClr val="bg1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 and FSN Classification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E29713A-4E38-8862-88BD-E872FC022B0F}"/>
              </a:ext>
            </a:extLst>
          </p:cNvPr>
          <p:cNvSpPr/>
          <p:nvPr/>
        </p:nvSpPr>
        <p:spPr>
          <a:xfrm>
            <a:off x="5757329" y="1661806"/>
            <a:ext cx="1447800" cy="1332743"/>
          </a:xfrm>
          <a:prstGeom prst="roundRect">
            <a:avLst/>
          </a:prstGeom>
          <a:solidFill>
            <a:schemeClr val="bg1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Variability Analysis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1445CA-47A4-66B9-E06A-392A9F61E5F3}"/>
              </a:ext>
            </a:extLst>
          </p:cNvPr>
          <p:cNvSpPr/>
          <p:nvPr/>
        </p:nvSpPr>
        <p:spPr>
          <a:xfrm>
            <a:off x="7552261" y="1661807"/>
            <a:ext cx="1447800" cy="1332742"/>
          </a:xfrm>
          <a:prstGeom prst="roundRect">
            <a:avLst/>
          </a:prstGeom>
          <a:solidFill>
            <a:schemeClr val="bg1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Control Methods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3C1534BD-20F8-DE4D-4C3A-8D68EF4D38AF}"/>
              </a:ext>
            </a:extLst>
          </p:cNvPr>
          <p:cNvSpPr/>
          <p:nvPr/>
        </p:nvSpPr>
        <p:spPr>
          <a:xfrm>
            <a:off x="2026350" y="2141908"/>
            <a:ext cx="90000" cy="372533"/>
          </a:xfrm>
          <a:prstGeom prst="chevron">
            <a:avLst/>
          </a:prstGeom>
          <a:solidFill>
            <a:srgbClr val="000536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CFD938D-9D3B-62F3-B980-2EEF8E71B81D}"/>
              </a:ext>
            </a:extLst>
          </p:cNvPr>
          <p:cNvSpPr/>
          <p:nvPr/>
        </p:nvSpPr>
        <p:spPr>
          <a:xfrm>
            <a:off x="3755190" y="2141908"/>
            <a:ext cx="90000" cy="372533"/>
          </a:xfrm>
          <a:prstGeom prst="chevron">
            <a:avLst/>
          </a:prstGeom>
          <a:solidFill>
            <a:srgbClr val="000536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BC4F5D8A-9075-D7F8-F69A-9F9C36B64B5F}"/>
              </a:ext>
            </a:extLst>
          </p:cNvPr>
          <p:cNvSpPr/>
          <p:nvPr/>
        </p:nvSpPr>
        <p:spPr>
          <a:xfrm>
            <a:off x="5550122" y="2141909"/>
            <a:ext cx="90000" cy="372533"/>
          </a:xfrm>
          <a:prstGeom prst="chevron">
            <a:avLst/>
          </a:prstGeom>
          <a:solidFill>
            <a:srgbClr val="000536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C3134F3C-D7C5-7960-C94A-0DA6841A36F0}"/>
              </a:ext>
            </a:extLst>
          </p:cNvPr>
          <p:cNvSpPr/>
          <p:nvPr/>
        </p:nvSpPr>
        <p:spPr>
          <a:xfrm>
            <a:off x="7345054" y="2141910"/>
            <a:ext cx="90000" cy="372533"/>
          </a:xfrm>
          <a:prstGeom prst="chevron">
            <a:avLst/>
          </a:prstGeom>
          <a:solidFill>
            <a:srgbClr val="000536"/>
          </a:solidFill>
          <a:ln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05ED2B6-D2CC-1187-7AFA-66145176C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10" y="1746171"/>
            <a:ext cx="459114" cy="376608"/>
          </a:xfrm>
          <a:prstGeom prst="ellipse">
            <a:avLst/>
          </a:prstGeom>
          <a:ln w="9525" cap="rnd">
            <a:solidFill>
              <a:srgbClr val="000536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AB31AB4-2F00-EF7D-BE66-1C4FE14F109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94832" y="1744779"/>
            <a:ext cx="460800" cy="378000"/>
          </a:xfrm>
          <a:prstGeom prst="ellipse">
            <a:avLst/>
          </a:prstGeom>
          <a:ln w="9525" cap="rnd">
            <a:solidFill>
              <a:srgbClr val="000536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23DAB64-854E-1824-9E05-8495A0AEAB3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455897" y="1744779"/>
            <a:ext cx="460800" cy="378000"/>
          </a:xfrm>
          <a:prstGeom prst="ellipse">
            <a:avLst/>
          </a:prstGeom>
          <a:ln w="9525" cap="rnd">
            <a:solidFill>
              <a:srgbClr val="092F5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141AB4E-1A9F-92C1-C3ED-A05F398CBE9E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250829" y="1744779"/>
            <a:ext cx="460800" cy="378000"/>
          </a:xfrm>
          <a:prstGeom prst="ellipse">
            <a:avLst/>
          </a:prstGeom>
          <a:ln w="9525" cap="rnd">
            <a:solidFill>
              <a:srgbClr val="092F5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0228153-7692-D3DD-9A5D-6E4AF5009313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045761" y="1763908"/>
            <a:ext cx="460800" cy="378000"/>
          </a:xfrm>
          <a:prstGeom prst="ellipse">
            <a:avLst/>
          </a:prstGeom>
          <a:ln w="9525" cap="rnd">
            <a:solidFill>
              <a:srgbClr val="092F5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A273A2B-B8D1-1DF0-8527-E2DFEE1E63C9}"/>
              </a:ext>
            </a:extLst>
          </p:cNvPr>
          <p:cNvSpPr txBox="1"/>
          <p:nvPr/>
        </p:nvSpPr>
        <p:spPr>
          <a:xfrm>
            <a:off x="478720" y="3123445"/>
            <a:ext cx="1317423" cy="823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Digitalized from receipts and expiry records.</a:t>
            </a:r>
            <a:endParaRPr lang="en-IN" sz="1100" dirty="0">
              <a:solidFill>
                <a:srgbClr val="0005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AD5C2A-8BDD-8795-E463-C392FB97535F}"/>
              </a:ext>
            </a:extLst>
          </p:cNvPr>
          <p:cNvSpPr txBox="1"/>
          <p:nvPr/>
        </p:nvSpPr>
        <p:spPr>
          <a:xfrm>
            <a:off x="2235199" y="3107268"/>
            <a:ext cx="1317423" cy="823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100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and  grouped into 14 product categories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89AA2C-AC0F-9FFB-B5A8-094A0172B88E}"/>
              </a:ext>
            </a:extLst>
          </p:cNvPr>
          <p:cNvSpPr txBox="1"/>
          <p:nvPr/>
        </p:nvSpPr>
        <p:spPr>
          <a:xfrm>
            <a:off x="4092774" y="3123445"/>
            <a:ext cx="1317423" cy="823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100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prioritized by their movement and revenue.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B922B9-FD98-933D-1B00-7D31705057E6}"/>
              </a:ext>
            </a:extLst>
          </p:cNvPr>
          <p:cNvSpPr txBox="1"/>
          <p:nvPr/>
        </p:nvSpPr>
        <p:spPr>
          <a:xfrm>
            <a:off x="5822517" y="3123445"/>
            <a:ext cx="1317423" cy="757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00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understand demand patterns and  stability.</a:t>
            </a:r>
            <a:endParaRPr lang="en-IN" sz="1000" dirty="0">
              <a:solidFill>
                <a:srgbClr val="0005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506526-6E5F-960E-EE98-1A9E4DABDE72}"/>
              </a:ext>
            </a:extLst>
          </p:cNvPr>
          <p:cNvSpPr txBox="1"/>
          <p:nvPr/>
        </p:nvSpPr>
        <p:spPr>
          <a:xfrm>
            <a:off x="7617449" y="3107268"/>
            <a:ext cx="1317423" cy="757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000" dirty="0">
                <a:solidFill>
                  <a:srgbClr val="0005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to guide stocking based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>
            <a:spLocks noGrp="1"/>
          </p:cNvSpPr>
          <p:nvPr>
            <p:ph type="title"/>
          </p:nvPr>
        </p:nvSpPr>
        <p:spPr>
          <a:xfrm>
            <a:off x="720000" y="3048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5. Core Analysis Methods</a:t>
            </a:r>
            <a:endParaRPr b="1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22C7BCA4-B60B-FE7C-7D29-DF2FF6BFD5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351030"/>
              </p:ext>
            </p:extLst>
          </p:nvPr>
        </p:nvGraphicFramePr>
        <p:xfrm>
          <a:off x="377101" y="1064758"/>
          <a:ext cx="3966299" cy="2805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6B3AEAE-F8EF-8B07-8DFC-12B28040FA68}"/>
              </a:ext>
            </a:extLst>
          </p:cNvPr>
          <p:cNvSpPr txBox="1"/>
          <p:nvPr/>
        </p:nvSpPr>
        <p:spPr>
          <a:xfrm>
            <a:off x="377101" y="3869871"/>
            <a:ext cx="3966299" cy="338554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8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5.1: </a:t>
            </a:r>
            <a:r>
              <a:rPr lang="en-US" sz="8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ABC–FSN Matrix Chart</a:t>
            </a:r>
            <a:endParaRPr lang="en-IN" sz="800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800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2794A2-6EE0-5306-B8CB-569746BD4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865" y="1064758"/>
            <a:ext cx="3878035" cy="2800767"/>
          </a:xfrm>
          <a:prstGeom prst="rect">
            <a:avLst/>
          </a:prstGeom>
          <a:ln w="19050">
            <a:solidFill>
              <a:srgbClr val="000536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CFB58A-A85B-F74D-7E7A-BA83D84D6AE5}"/>
              </a:ext>
            </a:extLst>
          </p:cNvPr>
          <p:cNvSpPr txBox="1"/>
          <p:nvPr/>
        </p:nvSpPr>
        <p:spPr>
          <a:xfrm>
            <a:off x="4465865" y="3865525"/>
            <a:ext cx="3878035" cy="338554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8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5.2: </a:t>
            </a:r>
            <a:r>
              <a:rPr lang="en-US" sz="8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Demand Variability Across Product Categories </a:t>
            </a:r>
            <a:endParaRPr lang="en-IN" sz="800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800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6. Demand and Sales Trends</a:t>
            </a:r>
            <a:endParaRPr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21853BAD-E2E1-AD95-FE16-2EC06EFEA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3715567"/>
              </p:ext>
            </p:extLst>
          </p:nvPr>
        </p:nvGraphicFramePr>
        <p:xfrm>
          <a:off x="4177943" y="1017725"/>
          <a:ext cx="4240474" cy="2861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5A3DBD6-B77C-4A10-B83A-1BFF98B33DAE}"/>
              </a:ext>
            </a:extLst>
          </p:cNvPr>
          <p:cNvSpPr txBox="1"/>
          <p:nvPr/>
        </p:nvSpPr>
        <p:spPr>
          <a:xfrm>
            <a:off x="4191031" y="3878981"/>
            <a:ext cx="4232969" cy="430887"/>
          </a:xfrm>
          <a:prstGeom prst="rect">
            <a:avLst/>
          </a:prstGeom>
          <a:noFill/>
          <a:ln w="19050"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6.2: </a:t>
            </a:r>
            <a:r>
              <a:rPr lang="en-US" sz="11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7-Day Moving Average of Daily Revenue (October 2025)</a:t>
            </a:r>
            <a:endParaRPr lang="en-IN" sz="1100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IN" sz="1100" dirty="0">
              <a:solidFill>
                <a:schemeClr val="bg1">
                  <a:lumMod val="25000"/>
                </a:schemeClr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A9AC01E3-A94A-A554-C379-D4FAF9B2F75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41167001"/>
                  </p:ext>
                </p:extLst>
              </p:nvPr>
            </p:nvGraphicFramePr>
            <p:xfrm>
              <a:off x="195826" y="1017725"/>
              <a:ext cx="3780000" cy="286125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A9AC01E3-A94A-A554-C379-D4FAF9B2F7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826" y="1017725"/>
                <a:ext cx="3780000" cy="2861256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C52E835-C077-CBB4-F905-A6644A381F85}"/>
              </a:ext>
            </a:extLst>
          </p:cNvPr>
          <p:cNvSpPr txBox="1"/>
          <p:nvPr/>
        </p:nvSpPr>
        <p:spPr>
          <a:xfrm>
            <a:off x="190243" y="3879552"/>
            <a:ext cx="3780001" cy="432000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6.1 : Pareto Analysis of Category-wise Profit Contribution</a:t>
            </a:r>
            <a:endParaRPr lang="en-IN" sz="1000" i="1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979EA3C4-6677-7EC7-9280-C211C868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>
            <a:extLst>
              <a:ext uri="{FF2B5EF4-FFF2-40B4-BE49-F238E27FC236}">
                <a16:creationId xmlns:a16="http://schemas.microsoft.com/office/drawing/2014/main" id="{7177738F-BDD1-4922-868C-B648F6959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7. Inventory Risk Insights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04A05-215F-1590-0C3C-26424D65786D}"/>
              </a:ext>
            </a:extLst>
          </p:cNvPr>
          <p:cNvSpPr txBox="1"/>
          <p:nvPr/>
        </p:nvSpPr>
        <p:spPr>
          <a:xfrm>
            <a:off x="4904669" y="4179640"/>
            <a:ext cx="3780000" cy="246221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7.2 : Inventory Risk Heat Map</a:t>
            </a:r>
            <a:endParaRPr lang="en-IN" sz="1000" i="1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48F89-34E3-62BD-EBED-E7701F34D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235121"/>
              </p:ext>
            </p:extLst>
          </p:nvPr>
        </p:nvGraphicFramePr>
        <p:xfrm>
          <a:off x="4904668" y="1324641"/>
          <a:ext cx="3780000" cy="2606610"/>
        </p:xfrm>
        <a:graphic>
          <a:graphicData uri="http://schemas.openxmlformats.org/drawingml/2006/table">
            <a:tbl>
              <a:tblPr/>
              <a:tblGrid>
                <a:gridCol w="1128522">
                  <a:extLst>
                    <a:ext uri="{9D8B030D-6E8A-4147-A177-3AD203B41FA5}">
                      <a16:colId xmlns:a16="http://schemas.microsoft.com/office/drawing/2014/main" val="3741179503"/>
                    </a:ext>
                  </a:extLst>
                </a:gridCol>
                <a:gridCol w="827218">
                  <a:extLst>
                    <a:ext uri="{9D8B030D-6E8A-4147-A177-3AD203B41FA5}">
                      <a16:colId xmlns:a16="http://schemas.microsoft.com/office/drawing/2014/main" val="2117364142"/>
                    </a:ext>
                  </a:extLst>
                </a:gridCol>
                <a:gridCol w="832695">
                  <a:extLst>
                    <a:ext uri="{9D8B030D-6E8A-4147-A177-3AD203B41FA5}">
                      <a16:colId xmlns:a16="http://schemas.microsoft.com/office/drawing/2014/main" val="752513143"/>
                    </a:ext>
                  </a:extLst>
                </a:gridCol>
                <a:gridCol w="991565">
                  <a:extLst>
                    <a:ext uri="{9D8B030D-6E8A-4147-A177-3AD203B41FA5}">
                      <a16:colId xmlns:a16="http://schemas.microsoft.com/office/drawing/2014/main" val="932570984"/>
                    </a:ext>
                  </a:extLst>
                </a:gridCol>
              </a:tblGrid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Expiry Risk</a:t>
                      </a:r>
                    </a:p>
                  </a:txBody>
                  <a:tcPr marL="2847" marR="2847" marT="2847" marB="0" anchor="ctr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Demand Stability</a:t>
                      </a:r>
                    </a:p>
                  </a:txBody>
                  <a:tcPr marL="2847" marR="2847" marT="2847" marB="0" anchor="ctr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Revenue Importance</a:t>
                      </a:r>
                    </a:p>
                  </a:txBody>
                  <a:tcPr marL="2847" marR="2847" marT="2847" marB="0" anchor="ctr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06496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Anti-microbial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289638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Baby Care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530592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Body Care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123438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Cardiovascular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26171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Cold/Cough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021879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Diabetes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095534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First Aid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06535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Gastro Tabs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27477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Immunosuppressant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01103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Pain Relief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02220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Respiratory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084095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Skincare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745092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Sunscreen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41311"/>
                  </a:ext>
                </a:extLst>
              </a:tr>
              <a:tr h="173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Vitamins/Minerals</a:t>
                      </a:r>
                    </a:p>
                  </a:txBody>
                  <a:tcPr marL="2847" marR="2847" marT="284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7" marR="2847" marT="2847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501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61DA99-63CF-86B5-5128-697D7F93B760}"/>
              </a:ext>
            </a:extLst>
          </p:cNvPr>
          <p:cNvSpPr txBox="1"/>
          <p:nvPr/>
        </p:nvSpPr>
        <p:spPr>
          <a:xfrm>
            <a:off x="4904668" y="1047642"/>
            <a:ext cx="3780000" cy="276999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Risk Heat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66AF22-7FA7-E88D-EA70-0BDEED212EFE}"/>
              </a:ext>
            </a:extLst>
          </p:cNvPr>
          <p:cNvSpPr/>
          <p:nvPr/>
        </p:nvSpPr>
        <p:spPr>
          <a:xfrm>
            <a:off x="4904668" y="3932337"/>
            <a:ext cx="3780000" cy="246221"/>
          </a:xfrm>
          <a:prstGeom prst="rect">
            <a:avLst/>
          </a:prstGeom>
          <a:solidFill>
            <a:srgbClr val="E2E2E2"/>
          </a:solidFill>
          <a:ln w="12700">
            <a:solidFill>
              <a:srgbClr val="00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B2F7066-FAD4-0AFE-5DD0-C80877306DC9}"/>
              </a:ext>
            </a:extLst>
          </p:cNvPr>
          <p:cNvSpPr/>
          <p:nvPr/>
        </p:nvSpPr>
        <p:spPr>
          <a:xfrm>
            <a:off x="5054600" y="3970622"/>
            <a:ext cx="198120" cy="1696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24DEDE-800B-28BE-C8EA-DDC85A47DD6C}"/>
              </a:ext>
            </a:extLst>
          </p:cNvPr>
          <p:cNvSpPr/>
          <p:nvPr/>
        </p:nvSpPr>
        <p:spPr>
          <a:xfrm>
            <a:off x="6567590" y="3970622"/>
            <a:ext cx="198120" cy="1696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EED455-F752-678B-A4D7-567BAC8A3740}"/>
              </a:ext>
            </a:extLst>
          </p:cNvPr>
          <p:cNvSpPr/>
          <p:nvPr/>
        </p:nvSpPr>
        <p:spPr>
          <a:xfrm>
            <a:off x="8024268" y="3970622"/>
            <a:ext cx="198120" cy="1696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D27B93-3238-8217-E0D4-0E1BA228768A}"/>
              </a:ext>
            </a:extLst>
          </p:cNvPr>
          <p:cNvSpPr txBox="1"/>
          <p:nvPr/>
        </p:nvSpPr>
        <p:spPr>
          <a:xfrm>
            <a:off x="6755454" y="3963114"/>
            <a:ext cx="660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4CE77A-8748-4E7F-45C4-B8F986D20D29}"/>
              </a:ext>
            </a:extLst>
          </p:cNvPr>
          <p:cNvSpPr txBox="1"/>
          <p:nvPr/>
        </p:nvSpPr>
        <p:spPr>
          <a:xfrm>
            <a:off x="8222388" y="3963114"/>
            <a:ext cx="660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05F92C-BBA4-11C7-273E-6C0994253834}"/>
              </a:ext>
            </a:extLst>
          </p:cNvPr>
          <p:cNvSpPr txBox="1"/>
          <p:nvPr/>
        </p:nvSpPr>
        <p:spPr>
          <a:xfrm>
            <a:off x="5252720" y="3947724"/>
            <a:ext cx="660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A44FA3-4EE2-7046-C0BC-6FFCE14D90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50159"/>
              </p:ext>
            </p:extLst>
          </p:nvPr>
        </p:nvGraphicFramePr>
        <p:xfrm>
          <a:off x="921611" y="1047642"/>
          <a:ext cx="3804393" cy="3115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29ADBC-FAEA-BE9C-B589-6AE0594F1A57}"/>
              </a:ext>
            </a:extLst>
          </p:cNvPr>
          <p:cNvSpPr txBox="1"/>
          <p:nvPr/>
        </p:nvSpPr>
        <p:spPr>
          <a:xfrm>
            <a:off x="933807" y="4163168"/>
            <a:ext cx="3780000" cy="246221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7.2 : Inventory Risk Heat Map</a:t>
            </a:r>
            <a:endParaRPr lang="en-IN" sz="1000" i="1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19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6D10AFE1-5A4E-D8AF-D48D-6F4BE4B6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26314281-6BB0-0B35-4888-3303A799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8. Key Findings</a:t>
            </a:r>
            <a:endParaRPr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F781F0-E586-D393-3B4E-F882AD7D3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46698"/>
              </p:ext>
            </p:extLst>
          </p:nvPr>
        </p:nvGraphicFramePr>
        <p:xfrm>
          <a:off x="4073979" y="1017726"/>
          <a:ext cx="4903131" cy="3451706"/>
        </p:xfrm>
        <a:graphic>
          <a:graphicData uri="http://schemas.openxmlformats.org/drawingml/2006/table">
            <a:tbl>
              <a:tblPr firstRow="1" firstCol="1" bandRow="1">
                <a:tableStyleId>{B0D0E649-1543-4FAE-80D8-371C68A8E8AA}</a:tableStyleId>
              </a:tblPr>
              <a:tblGrid>
                <a:gridCol w="1108841">
                  <a:extLst>
                    <a:ext uri="{9D8B030D-6E8A-4147-A177-3AD203B41FA5}">
                      <a16:colId xmlns:a16="http://schemas.microsoft.com/office/drawing/2014/main" val="2344852567"/>
                    </a:ext>
                  </a:extLst>
                </a:gridCol>
                <a:gridCol w="832780">
                  <a:extLst>
                    <a:ext uri="{9D8B030D-6E8A-4147-A177-3AD203B41FA5}">
                      <a16:colId xmlns:a16="http://schemas.microsoft.com/office/drawing/2014/main" val="3743168951"/>
                    </a:ext>
                  </a:extLst>
                </a:gridCol>
                <a:gridCol w="1102196">
                  <a:extLst>
                    <a:ext uri="{9D8B030D-6E8A-4147-A177-3AD203B41FA5}">
                      <a16:colId xmlns:a16="http://schemas.microsoft.com/office/drawing/2014/main" val="4211638946"/>
                    </a:ext>
                  </a:extLst>
                </a:gridCol>
                <a:gridCol w="1859314">
                  <a:extLst>
                    <a:ext uri="{9D8B030D-6E8A-4147-A177-3AD203B41FA5}">
                      <a16:colId xmlns:a16="http://schemas.microsoft.com/office/drawing/2014/main" val="1196931145"/>
                    </a:ext>
                  </a:extLst>
                </a:gridCol>
              </a:tblGrid>
              <a:tr h="3160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Category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Expiry Risk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Stock Policy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Inventory Control Strategy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733263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Skincare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and Frequent Orders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batches ordered often to reduce expiry risk.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29206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Anti-microbial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Bulk Order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quantity procurement for stable, low-expiry items.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9692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Care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Bulk Order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quantity procurement for stable, low-expiry items.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41149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Vitamins/Minerals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Bulk Order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quantity procurement for stable, low-expiry items.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697260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Pain Relief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and Frequent Orders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batches ordered often to reduce expiry risk.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631894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Cardiovascular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Replenishment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ordering with regular stock review.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972257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Sunscreen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Replenishment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ordering with regular stock review.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799937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Diabetes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Replenishment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ordering with regular stock review.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09712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Gastro Tabs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Replenishment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ordering with regular stock review.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577662"/>
                  </a:ext>
                </a:extLst>
              </a:tr>
              <a:tr h="1972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Respiratory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on Demand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Procure only when demand arises.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530119"/>
                  </a:ext>
                </a:extLst>
              </a:tr>
              <a:tr h="1972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Cold/Cough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on Demand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Procure only when demand arises.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185010"/>
                  </a:ext>
                </a:extLst>
              </a:tr>
              <a:tr h="1972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Aid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on Demand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Procure only when demand arises.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299299"/>
                  </a:ext>
                </a:extLst>
              </a:tr>
              <a:tr h="1972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Baby Care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on Demand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Procure only when demand arises.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325722"/>
                  </a:ext>
                </a:extLst>
              </a:tr>
              <a:tr h="2155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Immunosuppressant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Prescription-based Stocking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 anchor="ctr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650" b="0" kern="10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Procure only against confirmed prescriptions</a:t>
                      </a:r>
                      <a:endParaRPr lang="en-IN" sz="650" b="0" kern="100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544" marR="31544" marT="0" marB="0">
                    <a:lnL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71809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D2F1C2A-B477-8819-A861-2714F2742C69}"/>
              </a:ext>
            </a:extLst>
          </p:cNvPr>
          <p:cNvSpPr txBox="1"/>
          <p:nvPr/>
        </p:nvSpPr>
        <p:spPr>
          <a:xfrm>
            <a:off x="4073978" y="4469432"/>
            <a:ext cx="4903131" cy="244929"/>
          </a:xfrm>
          <a:prstGeom prst="rect">
            <a:avLst/>
          </a:prstGeom>
          <a:noFill/>
          <a:ln w="1270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0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8.1 : Recommendations for each category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771AF9-9D7D-4C2E-0412-2472D7BFE587}"/>
              </a:ext>
            </a:extLst>
          </p:cNvPr>
          <p:cNvSpPr txBox="1"/>
          <p:nvPr/>
        </p:nvSpPr>
        <p:spPr>
          <a:xfrm>
            <a:off x="660733" y="1162957"/>
            <a:ext cx="3166200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ABC–FSN–based stock prioritization for regular reviews.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risk is concentrated in a few product categories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sales volume does not always translate to low expiry risk.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variability significantly influences expiry-related losses.</a:t>
            </a:r>
          </a:p>
          <a:p>
            <a:pPr>
              <a:lnSpc>
                <a:spcPct val="15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544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B137-100B-893E-7D43-07EF98AB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Recommendations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7E7E9-ECD0-6CD3-7303-32BBFEBF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7724"/>
            <a:ext cx="7829550" cy="3448139"/>
          </a:xfrm>
          <a:prstGeom prst="rect">
            <a:avLst/>
          </a:prstGeom>
          <a:ln w="19050">
            <a:solidFill>
              <a:srgbClr val="000536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13056E-48A1-5336-3B9D-04A8D98B82B9}"/>
              </a:ext>
            </a:extLst>
          </p:cNvPr>
          <p:cNvSpPr txBox="1"/>
          <p:nvPr/>
        </p:nvSpPr>
        <p:spPr>
          <a:xfrm>
            <a:off x="457200" y="4465863"/>
            <a:ext cx="7829550" cy="246221"/>
          </a:xfrm>
          <a:prstGeom prst="rect">
            <a:avLst/>
          </a:prstGeom>
          <a:noFill/>
          <a:ln w="19050">
            <a:solidFill>
              <a:srgbClr val="00053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000" i="1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9.1 </a:t>
            </a:r>
            <a:r>
              <a:rPr lang="en-IN" sz="10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000" i="1" dirty="0">
                <a:solidFill>
                  <a:schemeClr val="bg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Master Data with Expiry and Movement Classification</a:t>
            </a:r>
            <a:endParaRPr lang="en-IN" sz="1000" i="1" dirty="0">
              <a:solidFill>
                <a:schemeClr val="bg1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55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B137-100B-893E-7D43-07EF98AB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Limitations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59961-08AC-BDE8-41BB-358082733C5C}"/>
              </a:ext>
            </a:extLst>
          </p:cNvPr>
          <p:cNvGrpSpPr/>
          <p:nvPr/>
        </p:nvGrpSpPr>
        <p:grpSpPr>
          <a:xfrm>
            <a:off x="533400" y="1447798"/>
            <a:ext cx="2345268" cy="1896533"/>
            <a:chOff x="634999" y="1447800"/>
            <a:chExt cx="2582333" cy="20891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BFC09C-9617-5DFC-6A33-F4DF9C144F24}"/>
                </a:ext>
              </a:extLst>
            </p:cNvPr>
            <p:cNvSpPr/>
            <p:nvPr/>
          </p:nvSpPr>
          <p:spPr>
            <a:xfrm>
              <a:off x="634999" y="1447800"/>
              <a:ext cx="2582333" cy="2089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DURATION</a:t>
              </a:r>
            </a:p>
            <a:p>
              <a:pPr algn="ctr">
                <a:lnSpc>
                  <a:spcPct val="150000"/>
                </a:lnSpc>
              </a:pP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data was collected over the duration of only a month, limiting the ability to observe seasonal variations</a:t>
              </a:r>
              <a:endParaRPr lang="en-IN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94EDD15-F43D-7A9E-DF9F-9C508E27D8CF}"/>
                </a:ext>
              </a:extLst>
            </p:cNvPr>
            <p:cNvSpPr/>
            <p:nvPr/>
          </p:nvSpPr>
          <p:spPr>
            <a:xfrm>
              <a:off x="635000" y="1447800"/>
              <a:ext cx="2582332" cy="93133"/>
            </a:xfrm>
            <a:prstGeom prst="rect">
              <a:avLst/>
            </a:prstGeom>
            <a:solidFill>
              <a:srgbClr val="0005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09A5A44-B6CE-23BD-E8CE-7418F9180E21}"/>
              </a:ext>
            </a:extLst>
          </p:cNvPr>
          <p:cNvGrpSpPr/>
          <p:nvPr/>
        </p:nvGrpSpPr>
        <p:grpSpPr>
          <a:xfrm>
            <a:off x="3251198" y="1447798"/>
            <a:ext cx="2345268" cy="1896533"/>
            <a:chOff x="634999" y="1447800"/>
            <a:chExt cx="2582333" cy="208915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1B8C1AF-B8DD-C69F-B178-D6881985D115}"/>
                </a:ext>
              </a:extLst>
            </p:cNvPr>
            <p:cNvSpPr/>
            <p:nvPr/>
          </p:nvSpPr>
          <p:spPr>
            <a:xfrm>
              <a:off x="634999" y="1447800"/>
              <a:ext cx="2582333" cy="2089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ENTRY</a:t>
              </a: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 there is no point-of-sale system, manually collected data may contain minor inconsistencies.</a:t>
              </a:r>
              <a:endParaRPr lang="en-I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D8387C-7F55-E7FC-2987-B9A9AC44C3DC}"/>
                </a:ext>
              </a:extLst>
            </p:cNvPr>
            <p:cNvSpPr/>
            <p:nvPr/>
          </p:nvSpPr>
          <p:spPr>
            <a:xfrm>
              <a:off x="635000" y="1447800"/>
              <a:ext cx="2582332" cy="93133"/>
            </a:xfrm>
            <a:prstGeom prst="rect">
              <a:avLst/>
            </a:prstGeom>
            <a:solidFill>
              <a:srgbClr val="0005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1E7D1F-CADA-FB1F-2DF8-B15547907937}"/>
              </a:ext>
            </a:extLst>
          </p:cNvPr>
          <p:cNvGrpSpPr/>
          <p:nvPr/>
        </p:nvGrpSpPr>
        <p:grpSpPr>
          <a:xfrm>
            <a:off x="5968997" y="1447798"/>
            <a:ext cx="2345268" cy="1896533"/>
            <a:chOff x="634999" y="1447800"/>
            <a:chExt cx="2582333" cy="208915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E4CFB7-3D2E-FF92-7AE6-0E8C1EC0E09F}"/>
                </a:ext>
              </a:extLst>
            </p:cNvPr>
            <p:cNvSpPr/>
            <p:nvPr/>
          </p:nvSpPr>
          <p:spPr>
            <a:xfrm>
              <a:off x="634999" y="1447800"/>
              <a:ext cx="2582333" cy="2089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b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I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GAP</a:t>
              </a:r>
            </a:p>
            <a:p>
              <a:pPr algn="ctr">
                <a:lnSpc>
                  <a:spcPct val="150000"/>
                </a:lnSpc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proposed Excel-based system does not support real-time automation.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9C3CAC-E2A8-F848-E8CA-1ED2D0D6ABB9}"/>
                </a:ext>
              </a:extLst>
            </p:cNvPr>
            <p:cNvSpPr/>
            <p:nvPr/>
          </p:nvSpPr>
          <p:spPr>
            <a:xfrm>
              <a:off x="635000" y="1447800"/>
              <a:ext cx="2582332" cy="93133"/>
            </a:xfrm>
            <a:prstGeom prst="rect">
              <a:avLst/>
            </a:prstGeom>
            <a:solidFill>
              <a:srgbClr val="0005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92727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9"/>
          <p:cNvSpPr txBox="1">
            <a:spLocks noGrp="1"/>
          </p:cNvSpPr>
          <p:nvPr>
            <p:ph type="ctrTitle"/>
          </p:nvPr>
        </p:nvSpPr>
        <p:spPr>
          <a:xfrm>
            <a:off x="4906466" y="1810714"/>
            <a:ext cx="3513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Thank you!</a:t>
            </a:r>
            <a:endParaRPr sz="4800" dirty="0"/>
          </a:p>
        </p:txBody>
      </p:sp>
      <p:cxnSp>
        <p:nvCxnSpPr>
          <p:cNvPr id="573" name="Google Shape;573;p49"/>
          <p:cNvCxnSpPr/>
          <p:nvPr/>
        </p:nvCxnSpPr>
        <p:spPr>
          <a:xfrm rot="10800000">
            <a:off x="1972225" y="-37800"/>
            <a:ext cx="0" cy="5219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4" name="Google Shape;574;p49"/>
          <p:cNvGrpSpPr/>
          <p:nvPr/>
        </p:nvGrpSpPr>
        <p:grpSpPr>
          <a:xfrm flipH="1">
            <a:off x="2034866" y="4275565"/>
            <a:ext cx="394125" cy="271746"/>
            <a:chOff x="215225" y="4734875"/>
            <a:chExt cx="394125" cy="271800"/>
          </a:xfrm>
        </p:grpSpPr>
        <p:sp>
          <p:nvSpPr>
            <p:cNvPr id="575" name="Google Shape;575;p4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8847A05-3849-A89B-EE3A-3D964731C30F}"/>
              </a:ext>
            </a:extLst>
          </p:cNvPr>
          <p:cNvSpPr/>
          <p:nvPr/>
        </p:nvSpPr>
        <p:spPr>
          <a:xfrm>
            <a:off x="4775200" y="3183467"/>
            <a:ext cx="3776132" cy="1092098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773</Words>
  <Application>Microsoft Office PowerPoint</Application>
  <PresentationFormat>On-screen Show (16:9)</PresentationFormat>
  <Paragraphs>195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Arimo</vt:lpstr>
      <vt:lpstr>DM Serif Text</vt:lpstr>
      <vt:lpstr>Calibri</vt:lpstr>
      <vt:lpstr>Times New Roman</vt:lpstr>
      <vt:lpstr>Wingdings</vt:lpstr>
      <vt:lpstr>Bodoni MT Black</vt:lpstr>
      <vt:lpstr>Raleway</vt:lpstr>
      <vt:lpstr>Elegant and Clean Case Report by Slidesgo</vt:lpstr>
      <vt:lpstr>Evaluation of Inventory and Supply Management in a Retail Pharmacy</vt:lpstr>
      <vt:lpstr>1. Business Background</vt:lpstr>
      <vt:lpstr>2. Problem Overview</vt:lpstr>
      <vt:lpstr>3. Data Scope and Digitization</vt:lpstr>
      <vt:lpstr>4. Analytical Approach</vt:lpstr>
      <vt:lpstr>5. Core Analysis Methods</vt:lpstr>
      <vt:lpstr>6. Demand and Sales Trends</vt:lpstr>
      <vt:lpstr>7. Inventory Risk Insights</vt:lpstr>
      <vt:lpstr>8. Key Findings</vt:lpstr>
      <vt:lpstr>9. Recommendations</vt:lpstr>
      <vt:lpstr>10. Limitations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Riddhi Shetty</dc:creator>
  <cp:lastModifiedBy>riddhi2721@outlook.com</cp:lastModifiedBy>
  <cp:revision>2</cp:revision>
  <dcterms:modified xsi:type="dcterms:W3CDTF">2026-02-16T11:22:25Z</dcterms:modified>
</cp:coreProperties>
</file>